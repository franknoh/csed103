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8" r:id="rId3"/>
    <p:sldId id="284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87" r:id="rId21"/>
    <p:sldId id="288" r:id="rId22"/>
    <p:sldId id="289" r:id="rId23"/>
    <p:sldId id="290" r:id="rId24"/>
    <p:sldId id="293" r:id="rId25"/>
    <p:sldId id="294" r:id="rId26"/>
    <p:sldId id="292" r:id="rId27"/>
    <p:sldId id="296" r:id="rId28"/>
    <p:sldId id="285" r:id="rId29"/>
    <p:sldId id="297" r:id="rId30"/>
    <p:sldId id="298" r:id="rId31"/>
    <p:sldId id="300" r:id="rId32"/>
    <p:sldId id="301" r:id="rId33"/>
    <p:sldId id="302" r:id="rId34"/>
    <p:sldId id="304" r:id="rId35"/>
    <p:sldId id="303" r:id="rId36"/>
    <p:sldId id="305" r:id="rId37"/>
    <p:sldId id="306" r:id="rId38"/>
    <p:sldId id="307" r:id="rId39"/>
    <p:sldId id="308" r:id="rId40"/>
    <p:sldId id="309" r:id="rId41"/>
    <p:sldId id="286" r:id="rId42"/>
    <p:sldId id="295" r:id="rId4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7058F1-B931-4721-8980-16B30C56BCF4}" v="36" dt="2025-02-26T07:46:45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48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심규진(컴퓨터공학과)" userId="2b7dfa0c-af93-4b58-afd3-2643c9a14859" providerId="ADAL" clId="{B00FB3F8-D0CC-4996-9E04-23E206BD43F8}"/>
    <pc:docChg chg="undo custSel addSld delSld modSld sldOrd">
      <pc:chgData name="심규진(컴퓨터공학과)" userId="2b7dfa0c-af93-4b58-afd3-2643c9a14859" providerId="ADAL" clId="{B00FB3F8-D0CC-4996-9E04-23E206BD43F8}" dt="2025-02-23T07:08:46.091" v="8214" actId="20577"/>
      <pc:docMkLst>
        <pc:docMk/>
      </pc:docMkLst>
      <pc:sldChg chg="modSp new mod">
        <pc:chgData name="심규진(컴퓨터공학과)" userId="2b7dfa0c-af93-4b58-afd3-2643c9a14859" providerId="ADAL" clId="{B00FB3F8-D0CC-4996-9E04-23E206BD43F8}" dt="2025-02-22T08:12:58.498" v="4731"/>
        <pc:sldMkLst>
          <pc:docMk/>
          <pc:sldMk cId="4220267757" sldId="256"/>
        </pc:sldMkLst>
        <pc:spChg chg="mod">
          <ac:chgData name="심규진(컴퓨터공학과)" userId="2b7dfa0c-af93-4b58-afd3-2643c9a14859" providerId="ADAL" clId="{B00FB3F8-D0CC-4996-9E04-23E206BD43F8}" dt="2025-02-22T08:12:57.363" v="4730" actId="21"/>
          <ac:spMkLst>
            <pc:docMk/>
            <pc:sldMk cId="4220267757" sldId="256"/>
            <ac:spMk id="2" creationId="{4EC59A02-2073-57FF-A37D-A9E774CFFBBE}"/>
          </ac:spMkLst>
        </pc:spChg>
        <pc:spChg chg="mod">
          <ac:chgData name="심규진(컴퓨터공학과)" userId="2b7dfa0c-af93-4b58-afd3-2643c9a14859" providerId="ADAL" clId="{B00FB3F8-D0CC-4996-9E04-23E206BD43F8}" dt="2025-02-22T08:12:58.498" v="4731"/>
          <ac:spMkLst>
            <pc:docMk/>
            <pc:sldMk cId="4220267757" sldId="256"/>
            <ac:spMk id="3" creationId="{1FCD19E0-1B27-35C8-089B-D6B977535975}"/>
          </ac:spMkLst>
        </pc:spChg>
      </pc:sldChg>
      <pc:sldChg chg="addSp modSp new del mod">
        <pc:chgData name="심규진(컴퓨터공학과)" userId="2b7dfa0c-af93-4b58-afd3-2643c9a14859" providerId="ADAL" clId="{B00FB3F8-D0CC-4996-9E04-23E206BD43F8}" dt="2025-02-22T06:49:11.378" v="420" actId="47"/>
        <pc:sldMkLst>
          <pc:docMk/>
          <pc:sldMk cId="1837929749" sldId="257"/>
        </pc:sldMkLst>
      </pc:sldChg>
      <pc:sldChg chg="modSp new mod">
        <pc:chgData name="심규진(컴퓨터공학과)" userId="2b7dfa0c-af93-4b58-afd3-2643c9a14859" providerId="ADAL" clId="{B00FB3F8-D0CC-4996-9E04-23E206BD43F8}" dt="2025-02-23T07:08:46.091" v="8214" actId="20577"/>
        <pc:sldMkLst>
          <pc:docMk/>
          <pc:sldMk cId="441023887" sldId="258"/>
        </pc:sldMkLst>
        <pc:spChg chg="mod">
          <ac:chgData name="심규진(컴퓨터공학과)" userId="2b7dfa0c-af93-4b58-afd3-2643c9a14859" providerId="ADAL" clId="{B00FB3F8-D0CC-4996-9E04-23E206BD43F8}" dt="2025-02-22T06:48:44.788" v="410" actId="1076"/>
          <ac:spMkLst>
            <pc:docMk/>
            <pc:sldMk cId="441023887" sldId="258"/>
            <ac:spMk id="2" creationId="{54DBD3F5-2985-4734-9CAA-1E2C7508D569}"/>
          </ac:spMkLst>
        </pc:spChg>
        <pc:spChg chg="mod">
          <ac:chgData name="심규진(컴퓨터공학과)" userId="2b7dfa0c-af93-4b58-afd3-2643c9a14859" providerId="ADAL" clId="{B00FB3F8-D0CC-4996-9E04-23E206BD43F8}" dt="2025-02-23T07:08:46.091" v="8214" actId="20577"/>
          <ac:spMkLst>
            <pc:docMk/>
            <pc:sldMk cId="441023887" sldId="258"/>
            <ac:spMk id="3" creationId="{8CC24DE6-2DA7-70AF-9E83-D20D583592CF}"/>
          </ac:spMkLst>
        </pc:spChg>
      </pc:sldChg>
      <pc:sldChg chg="addSp delSp modSp add mod">
        <pc:chgData name="심규진(컴퓨터공학과)" userId="2b7dfa0c-af93-4b58-afd3-2643c9a14859" providerId="ADAL" clId="{B00FB3F8-D0CC-4996-9E04-23E206BD43F8}" dt="2025-02-22T08:14:19.341" v="4804" actId="21"/>
        <pc:sldMkLst>
          <pc:docMk/>
          <pc:sldMk cId="2060673584" sldId="259"/>
        </pc:sldMkLst>
        <pc:spChg chg="mod">
          <ac:chgData name="심규진(컴퓨터공학과)" userId="2b7dfa0c-af93-4b58-afd3-2643c9a14859" providerId="ADAL" clId="{B00FB3F8-D0CC-4996-9E04-23E206BD43F8}" dt="2025-02-22T08:14:19.341" v="4804" actId="21"/>
          <ac:spMkLst>
            <pc:docMk/>
            <pc:sldMk cId="2060673584" sldId="259"/>
            <ac:spMk id="2" creationId="{1933E42E-5424-66B6-AF1C-A4368B5D12AC}"/>
          </ac:spMkLst>
        </pc:spChg>
        <pc:spChg chg="mod">
          <ac:chgData name="심규진(컴퓨터공학과)" userId="2b7dfa0c-af93-4b58-afd3-2643c9a14859" providerId="ADAL" clId="{B00FB3F8-D0CC-4996-9E04-23E206BD43F8}" dt="2025-02-22T06:48:55.162" v="414"/>
          <ac:spMkLst>
            <pc:docMk/>
            <pc:sldMk cId="2060673584" sldId="259"/>
            <ac:spMk id="3" creationId="{29C111E7-A4F8-2FEC-8C80-911313E5F6F1}"/>
          </ac:spMkLst>
        </pc:spChg>
        <pc:spChg chg="mod topLvl">
          <ac:chgData name="심규진(컴퓨터공학과)" userId="2b7dfa0c-af93-4b58-afd3-2643c9a14859" providerId="ADAL" clId="{B00FB3F8-D0CC-4996-9E04-23E206BD43F8}" dt="2025-02-22T06:49:50.513" v="432" actId="14100"/>
          <ac:spMkLst>
            <pc:docMk/>
            <pc:sldMk cId="2060673584" sldId="259"/>
            <ac:spMk id="6" creationId="{E47AD4F7-0D2F-C925-06BD-08F391437FFE}"/>
          </ac:spMkLst>
        </pc:spChg>
        <pc:picChg chg="add mod ord">
          <ac:chgData name="심규진(컴퓨터공학과)" userId="2b7dfa0c-af93-4b58-afd3-2643c9a14859" providerId="ADAL" clId="{B00FB3F8-D0CC-4996-9E04-23E206BD43F8}" dt="2025-02-22T06:50:17.105" v="433" actId="1076"/>
          <ac:picMkLst>
            <pc:docMk/>
            <pc:sldMk cId="2060673584" sldId="259"/>
            <ac:picMk id="8" creationId="{A6C38865-55BA-2A0F-D388-AF8359F32236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7:52:13.132" v="3815" actId="20577"/>
        <pc:sldMkLst>
          <pc:docMk/>
          <pc:sldMk cId="492949409" sldId="260"/>
        </pc:sldMkLst>
        <pc:spChg chg="mod">
          <ac:chgData name="심규진(컴퓨터공학과)" userId="2b7dfa0c-af93-4b58-afd3-2643c9a14859" providerId="ADAL" clId="{B00FB3F8-D0CC-4996-9E04-23E206BD43F8}" dt="2025-02-22T07:52:13.132" v="3815" actId="20577"/>
          <ac:spMkLst>
            <pc:docMk/>
            <pc:sldMk cId="492949409" sldId="260"/>
            <ac:spMk id="2" creationId="{479F3D6C-7EFD-FC8C-9C9C-69A30841A0DD}"/>
          </ac:spMkLst>
        </pc:spChg>
        <pc:spChg chg="mod">
          <ac:chgData name="심규진(컴퓨터공학과)" userId="2b7dfa0c-af93-4b58-afd3-2643c9a14859" providerId="ADAL" clId="{B00FB3F8-D0CC-4996-9E04-23E206BD43F8}" dt="2025-02-22T07:05:21.032" v="1191" actId="20577"/>
          <ac:spMkLst>
            <pc:docMk/>
            <pc:sldMk cId="492949409" sldId="260"/>
            <ac:spMk id="3" creationId="{5C175388-7696-5D1F-0EF1-BBFF37CA9821}"/>
          </ac:spMkLst>
        </pc:spChg>
        <pc:spChg chg="add mod">
          <ac:chgData name="심규진(컴퓨터공학과)" userId="2b7dfa0c-af93-4b58-afd3-2643c9a14859" providerId="ADAL" clId="{B00FB3F8-D0CC-4996-9E04-23E206BD43F8}" dt="2025-02-22T06:54:06.676" v="710" actId="1076"/>
          <ac:spMkLst>
            <pc:docMk/>
            <pc:sldMk cId="492949409" sldId="260"/>
            <ac:spMk id="10" creationId="{817D2BB5-0CFA-3B81-F283-D00AE6BF654C}"/>
          </ac:spMkLst>
        </pc:spChg>
        <pc:spChg chg="add mod">
          <ac:chgData name="심규진(컴퓨터공학과)" userId="2b7dfa0c-af93-4b58-afd3-2643c9a14859" providerId="ADAL" clId="{B00FB3F8-D0CC-4996-9E04-23E206BD43F8}" dt="2025-02-22T06:54:20.854" v="717" actId="14100"/>
          <ac:spMkLst>
            <pc:docMk/>
            <pc:sldMk cId="492949409" sldId="260"/>
            <ac:spMk id="12" creationId="{34C32B62-32C8-4EDB-325F-72DEEAE224DD}"/>
          </ac:spMkLst>
        </pc:spChg>
        <pc:picChg chg="add mod">
          <ac:chgData name="심규진(컴퓨터공학과)" userId="2b7dfa0c-af93-4b58-afd3-2643c9a14859" providerId="ADAL" clId="{B00FB3F8-D0CC-4996-9E04-23E206BD43F8}" dt="2025-02-22T06:53:58.360" v="706" actId="1076"/>
          <ac:picMkLst>
            <pc:docMk/>
            <pc:sldMk cId="492949409" sldId="260"/>
            <ac:picMk id="9" creationId="{542550B3-B9FB-2C9A-F5B7-4ABB3C4E3EB0}"/>
          </ac:picMkLst>
        </pc:picChg>
      </pc:sldChg>
      <pc:sldChg chg="addSp delSp modSp add del mod">
        <pc:chgData name="심규진(컴퓨터공학과)" userId="2b7dfa0c-af93-4b58-afd3-2643c9a14859" providerId="ADAL" clId="{B00FB3F8-D0CC-4996-9E04-23E206BD43F8}" dt="2025-02-22T07:06:51.141" v="1282" actId="47"/>
        <pc:sldMkLst>
          <pc:docMk/>
          <pc:sldMk cId="1557555902" sldId="261"/>
        </pc:sldMkLst>
      </pc:sldChg>
      <pc:sldChg chg="addSp delSp modSp add mod">
        <pc:chgData name="심규진(컴퓨터공학과)" userId="2b7dfa0c-af93-4b58-afd3-2643c9a14859" providerId="ADAL" clId="{B00FB3F8-D0CC-4996-9E04-23E206BD43F8}" dt="2025-02-22T07:52:16.485" v="3816"/>
        <pc:sldMkLst>
          <pc:docMk/>
          <pc:sldMk cId="3847198651" sldId="262"/>
        </pc:sldMkLst>
        <pc:spChg chg="mod">
          <ac:chgData name="심규진(컴퓨터공학과)" userId="2b7dfa0c-af93-4b58-afd3-2643c9a14859" providerId="ADAL" clId="{B00FB3F8-D0CC-4996-9E04-23E206BD43F8}" dt="2025-02-22T07:52:16.485" v="3816"/>
          <ac:spMkLst>
            <pc:docMk/>
            <pc:sldMk cId="3847198651" sldId="262"/>
            <ac:spMk id="2" creationId="{8A18765D-1F0B-FDD7-888B-E960297E2833}"/>
          </ac:spMkLst>
        </pc:spChg>
        <pc:spChg chg="mod">
          <ac:chgData name="심규진(컴퓨터공학과)" userId="2b7dfa0c-af93-4b58-afd3-2643c9a14859" providerId="ADAL" clId="{B00FB3F8-D0CC-4996-9E04-23E206BD43F8}" dt="2025-02-22T07:06:11.642" v="1204" actId="1076"/>
          <ac:spMkLst>
            <pc:docMk/>
            <pc:sldMk cId="3847198651" sldId="262"/>
            <ac:spMk id="5" creationId="{602E63AF-A6DB-E06D-CD08-ABE3EBAED5D4}"/>
          </ac:spMkLst>
        </pc:spChg>
        <pc:spChg chg="add mod">
          <ac:chgData name="심규진(컴퓨터공학과)" userId="2b7dfa0c-af93-4b58-afd3-2643c9a14859" providerId="ADAL" clId="{B00FB3F8-D0CC-4996-9E04-23E206BD43F8}" dt="2025-02-22T07:06:37.572" v="1281" actId="20577"/>
          <ac:spMkLst>
            <pc:docMk/>
            <pc:sldMk cId="3847198651" sldId="262"/>
            <ac:spMk id="9" creationId="{5980F4B6-3AC9-38C1-EF9B-F9B2ED381F00}"/>
          </ac:spMkLst>
        </pc:spChg>
        <pc:picChg chg="add mod">
          <ac:chgData name="심규진(컴퓨터공학과)" userId="2b7dfa0c-af93-4b58-afd3-2643c9a14859" providerId="ADAL" clId="{B00FB3F8-D0CC-4996-9E04-23E206BD43F8}" dt="2025-02-22T07:06:17.335" v="1208" actId="1076"/>
          <ac:picMkLst>
            <pc:docMk/>
            <pc:sldMk cId="3847198651" sldId="262"/>
            <ac:picMk id="8" creationId="{A2E0EE50-94A8-B386-206D-0972CB4FF4FC}"/>
          </ac:picMkLst>
        </pc:picChg>
        <pc:picChg chg="add del mod">
          <ac:chgData name="심규진(컴퓨터공학과)" userId="2b7dfa0c-af93-4b58-afd3-2643c9a14859" providerId="ADAL" clId="{B00FB3F8-D0CC-4996-9E04-23E206BD43F8}" dt="2025-02-22T07:06:09.169" v="1203" actId="1076"/>
          <ac:picMkLst>
            <pc:docMk/>
            <pc:sldMk cId="3847198651" sldId="262"/>
            <ac:picMk id="14" creationId="{EC42954D-73E9-8416-5328-CD87656F96F9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7:52:18.500" v="3817"/>
        <pc:sldMkLst>
          <pc:docMk/>
          <pc:sldMk cId="678677361" sldId="263"/>
        </pc:sldMkLst>
        <pc:spChg chg="mod">
          <ac:chgData name="심규진(컴퓨터공학과)" userId="2b7dfa0c-af93-4b58-afd3-2643c9a14859" providerId="ADAL" clId="{B00FB3F8-D0CC-4996-9E04-23E206BD43F8}" dt="2025-02-22T07:52:18.500" v="3817"/>
          <ac:spMkLst>
            <pc:docMk/>
            <pc:sldMk cId="678677361" sldId="263"/>
            <ac:spMk id="2" creationId="{8356F44F-08A9-7875-41D0-83F2C8CDEA23}"/>
          </ac:spMkLst>
        </pc:spChg>
        <pc:spChg chg="mod">
          <ac:chgData name="심규진(컴퓨터공학과)" userId="2b7dfa0c-af93-4b58-afd3-2643c9a14859" providerId="ADAL" clId="{B00FB3F8-D0CC-4996-9E04-23E206BD43F8}" dt="2025-02-22T07:13:36.849" v="1700" actId="20577"/>
          <ac:spMkLst>
            <pc:docMk/>
            <pc:sldMk cId="678677361" sldId="263"/>
            <ac:spMk id="3" creationId="{51937226-AA85-32D9-3BBF-F7C36A7C1494}"/>
          </ac:spMkLst>
        </pc:spChg>
        <pc:spChg chg="add mod">
          <ac:chgData name="심규진(컴퓨터공학과)" userId="2b7dfa0c-af93-4b58-afd3-2643c9a14859" providerId="ADAL" clId="{B00FB3F8-D0CC-4996-9E04-23E206BD43F8}" dt="2025-02-22T07:08:44.150" v="1371" actId="164"/>
          <ac:spMkLst>
            <pc:docMk/>
            <pc:sldMk cId="678677361" sldId="263"/>
            <ac:spMk id="10" creationId="{22639563-716E-D62F-C6AE-1C344D28C5A2}"/>
          </ac:spMkLst>
        </pc:spChg>
        <pc:grpChg chg="add mod">
          <ac:chgData name="심규진(컴퓨터공학과)" userId="2b7dfa0c-af93-4b58-afd3-2643c9a14859" providerId="ADAL" clId="{B00FB3F8-D0CC-4996-9E04-23E206BD43F8}" dt="2025-02-22T07:08:48.501" v="1373" actId="1076"/>
          <ac:grpSpMkLst>
            <pc:docMk/>
            <pc:sldMk cId="678677361" sldId="263"/>
            <ac:grpSpMk id="11" creationId="{244CB672-0DF1-FF3D-286D-CCA98A1D0F41}"/>
          </ac:grpSpMkLst>
        </pc:grpChg>
        <pc:picChg chg="add mod">
          <ac:chgData name="심규진(컴퓨터공학과)" userId="2b7dfa0c-af93-4b58-afd3-2643c9a14859" providerId="ADAL" clId="{B00FB3F8-D0CC-4996-9E04-23E206BD43F8}" dt="2025-02-22T07:08:44.150" v="1371" actId="164"/>
          <ac:picMkLst>
            <pc:docMk/>
            <pc:sldMk cId="678677361" sldId="263"/>
            <ac:picMk id="6" creationId="{F993E6ED-3C04-7B63-AE6D-08FA00DB6A33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7:52:22.742" v="3818"/>
        <pc:sldMkLst>
          <pc:docMk/>
          <pc:sldMk cId="2839848036" sldId="264"/>
        </pc:sldMkLst>
        <pc:spChg chg="mod">
          <ac:chgData name="심규진(컴퓨터공학과)" userId="2b7dfa0c-af93-4b58-afd3-2643c9a14859" providerId="ADAL" clId="{B00FB3F8-D0CC-4996-9E04-23E206BD43F8}" dt="2025-02-22T07:52:22.742" v="3818"/>
          <ac:spMkLst>
            <pc:docMk/>
            <pc:sldMk cId="2839848036" sldId="264"/>
            <ac:spMk id="2" creationId="{1D98BD9D-AB71-A22D-A74C-06FA11A3D3B3}"/>
          </ac:spMkLst>
        </pc:spChg>
        <pc:spChg chg="mod">
          <ac:chgData name="심규진(컴퓨터공학과)" userId="2b7dfa0c-af93-4b58-afd3-2643c9a14859" providerId="ADAL" clId="{B00FB3F8-D0CC-4996-9E04-23E206BD43F8}" dt="2025-02-22T07:10:03.937" v="1474" actId="20577"/>
          <ac:spMkLst>
            <pc:docMk/>
            <pc:sldMk cId="2839848036" sldId="264"/>
            <ac:spMk id="3" creationId="{2B9987CF-F5BF-523F-FBC6-D350120ECC0C}"/>
          </ac:spMkLst>
        </pc:spChg>
        <pc:spChg chg="add mod">
          <ac:chgData name="심규진(컴퓨터공학과)" userId="2b7dfa0c-af93-4b58-afd3-2643c9a14859" providerId="ADAL" clId="{B00FB3F8-D0CC-4996-9E04-23E206BD43F8}" dt="2025-02-22T07:10:22.906" v="1477" actId="14100"/>
          <ac:spMkLst>
            <pc:docMk/>
            <pc:sldMk cId="2839848036" sldId="264"/>
            <ac:spMk id="7" creationId="{A2150ED8-1312-5EA4-AC5C-0C3DD1457372}"/>
          </ac:spMkLst>
        </pc:spChg>
        <pc:picChg chg="add mod">
          <ac:chgData name="심규진(컴퓨터공학과)" userId="2b7dfa0c-af93-4b58-afd3-2643c9a14859" providerId="ADAL" clId="{B00FB3F8-D0CC-4996-9E04-23E206BD43F8}" dt="2025-02-22T07:09:41.411" v="1377" actId="1076"/>
          <ac:picMkLst>
            <pc:docMk/>
            <pc:sldMk cId="2839848036" sldId="264"/>
            <ac:picMk id="5" creationId="{1391B307-931E-BFD4-4CC7-9B763416AF45}"/>
          </ac:picMkLst>
        </pc:picChg>
      </pc:sldChg>
      <pc:sldChg chg="addSp delSp modSp add del mod">
        <pc:chgData name="심규진(컴퓨터공학과)" userId="2b7dfa0c-af93-4b58-afd3-2643c9a14859" providerId="ADAL" clId="{B00FB3F8-D0CC-4996-9E04-23E206BD43F8}" dt="2025-02-23T06:51:04.411" v="7614" actId="47"/>
        <pc:sldMkLst>
          <pc:docMk/>
          <pc:sldMk cId="956487478" sldId="265"/>
        </pc:sldMkLst>
      </pc:sldChg>
      <pc:sldChg chg="modSp add mod">
        <pc:chgData name="심규진(컴퓨터공학과)" userId="2b7dfa0c-af93-4b58-afd3-2643c9a14859" providerId="ADAL" clId="{B00FB3F8-D0CC-4996-9E04-23E206BD43F8}" dt="2025-02-22T07:52:27.943" v="3820"/>
        <pc:sldMkLst>
          <pc:docMk/>
          <pc:sldMk cId="1439670517" sldId="266"/>
        </pc:sldMkLst>
        <pc:spChg chg="mod">
          <ac:chgData name="심규진(컴퓨터공학과)" userId="2b7dfa0c-af93-4b58-afd3-2643c9a14859" providerId="ADAL" clId="{B00FB3F8-D0CC-4996-9E04-23E206BD43F8}" dt="2025-02-22T07:52:27.943" v="3820"/>
          <ac:spMkLst>
            <pc:docMk/>
            <pc:sldMk cId="1439670517" sldId="266"/>
            <ac:spMk id="2" creationId="{6B7AF4F4-9BB1-8069-1338-9F34E819338A}"/>
          </ac:spMkLst>
        </pc:spChg>
      </pc:sldChg>
      <pc:sldChg chg="addSp delSp modSp add mod">
        <pc:chgData name="심규진(컴퓨터공학과)" userId="2b7dfa0c-af93-4b58-afd3-2643c9a14859" providerId="ADAL" clId="{B00FB3F8-D0CC-4996-9E04-23E206BD43F8}" dt="2025-02-22T07:52:36.424" v="3843" actId="20577"/>
        <pc:sldMkLst>
          <pc:docMk/>
          <pc:sldMk cId="62422827" sldId="267"/>
        </pc:sldMkLst>
        <pc:spChg chg="mod">
          <ac:chgData name="심규진(컴퓨터공학과)" userId="2b7dfa0c-af93-4b58-afd3-2643c9a14859" providerId="ADAL" clId="{B00FB3F8-D0CC-4996-9E04-23E206BD43F8}" dt="2025-02-22T07:52:36.424" v="3843" actId="20577"/>
          <ac:spMkLst>
            <pc:docMk/>
            <pc:sldMk cId="62422827" sldId="267"/>
            <ac:spMk id="2" creationId="{432C9FD2-ECFF-4641-AFC0-5BEACB74405A}"/>
          </ac:spMkLst>
        </pc:spChg>
        <pc:spChg chg="mod">
          <ac:chgData name="심규진(컴퓨터공학과)" userId="2b7dfa0c-af93-4b58-afd3-2643c9a14859" providerId="ADAL" clId="{B00FB3F8-D0CC-4996-9E04-23E206BD43F8}" dt="2025-02-22T07:15:01.629" v="1758" actId="20577"/>
          <ac:spMkLst>
            <pc:docMk/>
            <pc:sldMk cId="62422827" sldId="267"/>
            <ac:spMk id="3" creationId="{FFDA6669-3AC6-57E9-25E1-528511E79FD3}"/>
          </ac:spMkLst>
        </pc:spChg>
        <pc:spChg chg="add mod">
          <ac:chgData name="심규진(컴퓨터공학과)" userId="2b7dfa0c-af93-4b58-afd3-2643c9a14859" providerId="ADAL" clId="{B00FB3F8-D0CC-4996-9E04-23E206BD43F8}" dt="2025-02-22T07:15:10.712" v="1761" actId="14100"/>
          <ac:spMkLst>
            <pc:docMk/>
            <pc:sldMk cId="62422827" sldId="267"/>
            <ac:spMk id="8" creationId="{1CF1BF91-AA2F-01A8-1051-D9AD51A82B66}"/>
          </ac:spMkLst>
        </pc:spChg>
        <pc:picChg chg="add mod">
          <ac:chgData name="심규진(컴퓨터공학과)" userId="2b7dfa0c-af93-4b58-afd3-2643c9a14859" providerId="ADAL" clId="{B00FB3F8-D0CC-4996-9E04-23E206BD43F8}" dt="2025-02-22T07:14:53.137" v="1709" actId="1076"/>
          <ac:picMkLst>
            <pc:docMk/>
            <pc:sldMk cId="62422827" sldId="267"/>
            <ac:picMk id="5" creationId="{06F56626-ED0F-A56D-9762-0685F3F5DC51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7:52:39.898" v="3844"/>
        <pc:sldMkLst>
          <pc:docMk/>
          <pc:sldMk cId="962401262" sldId="268"/>
        </pc:sldMkLst>
        <pc:spChg chg="mod">
          <ac:chgData name="심규진(컴퓨터공학과)" userId="2b7dfa0c-af93-4b58-afd3-2643c9a14859" providerId="ADAL" clId="{B00FB3F8-D0CC-4996-9E04-23E206BD43F8}" dt="2025-02-22T07:52:39.898" v="3844"/>
          <ac:spMkLst>
            <pc:docMk/>
            <pc:sldMk cId="962401262" sldId="268"/>
            <ac:spMk id="2" creationId="{D88490E0-3A87-FF6C-B127-A50206469A57}"/>
          </ac:spMkLst>
        </pc:spChg>
        <pc:spChg chg="mod">
          <ac:chgData name="심규진(컴퓨터공학과)" userId="2b7dfa0c-af93-4b58-afd3-2643c9a14859" providerId="ADAL" clId="{B00FB3F8-D0CC-4996-9E04-23E206BD43F8}" dt="2025-02-22T07:16:26.666" v="1844" actId="20577"/>
          <ac:spMkLst>
            <pc:docMk/>
            <pc:sldMk cId="962401262" sldId="268"/>
            <ac:spMk id="3" creationId="{69944326-5967-F2C0-62CF-9B3D73E35509}"/>
          </ac:spMkLst>
        </pc:spChg>
        <pc:spChg chg="add mod">
          <ac:chgData name="심규진(컴퓨터공학과)" userId="2b7dfa0c-af93-4b58-afd3-2643c9a14859" providerId="ADAL" clId="{B00FB3F8-D0CC-4996-9E04-23E206BD43F8}" dt="2025-02-22T07:16:47.429" v="1853" actId="14100"/>
          <ac:spMkLst>
            <pc:docMk/>
            <pc:sldMk cId="962401262" sldId="268"/>
            <ac:spMk id="7" creationId="{E8E308D7-2B86-C261-5D84-B17504C0DBCB}"/>
          </ac:spMkLst>
        </pc:spChg>
        <pc:spChg chg="mod">
          <ac:chgData name="심규진(컴퓨터공학과)" userId="2b7dfa0c-af93-4b58-afd3-2643c9a14859" providerId="ADAL" clId="{B00FB3F8-D0CC-4996-9E04-23E206BD43F8}" dt="2025-02-22T07:16:36.965" v="1848" actId="14100"/>
          <ac:spMkLst>
            <pc:docMk/>
            <pc:sldMk cId="962401262" sldId="268"/>
            <ac:spMk id="8" creationId="{BDF81D1A-40FB-DC4D-89B9-F7BB6D85DE1C}"/>
          </ac:spMkLst>
        </pc:spChg>
        <pc:picChg chg="add mod ord">
          <ac:chgData name="심규진(컴퓨터공학과)" userId="2b7dfa0c-af93-4b58-afd3-2643c9a14859" providerId="ADAL" clId="{B00FB3F8-D0CC-4996-9E04-23E206BD43F8}" dt="2025-02-22T07:16:32.309" v="1846" actId="167"/>
          <ac:picMkLst>
            <pc:docMk/>
            <pc:sldMk cId="962401262" sldId="268"/>
            <ac:picMk id="6" creationId="{50F177A0-267E-931E-210A-15A34641AEF3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3T05:16:21.636" v="4966" actId="20577"/>
        <pc:sldMkLst>
          <pc:docMk/>
          <pc:sldMk cId="3686198678" sldId="269"/>
        </pc:sldMkLst>
        <pc:spChg chg="mod">
          <ac:chgData name="심규진(컴퓨터공학과)" userId="2b7dfa0c-af93-4b58-afd3-2643c9a14859" providerId="ADAL" clId="{B00FB3F8-D0CC-4996-9E04-23E206BD43F8}" dt="2025-02-22T07:52:42.912" v="3845"/>
          <ac:spMkLst>
            <pc:docMk/>
            <pc:sldMk cId="3686198678" sldId="269"/>
            <ac:spMk id="2" creationId="{8ACF8866-9296-D224-73F3-E0D8BB62E55D}"/>
          </ac:spMkLst>
        </pc:spChg>
        <pc:spChg chg="mod">
          <ac:chgData name="심규진(컴퓨터공학과)" userId="2b7dfa0c-af93-4b58-afd3-2643c9a14859" providerId="ADAL" clId="{B00FB3F8-D0CC-4996-9E04-23E206BD43F8}" dt="2025-02-23T05:16:21.636" v="4966" actId="20577"/>
          <ac:spMkLst>
            <pc:docMk/>
            <pc:sldMk cId="3686198678" sldId="269"/>
            <ac:spMk id="3" creationId="{BEDBEFBD-73F0-C34B-3C49-0AEB865BC4A9}"/>
          </ac:spMkLst>
        </pc:spChg>
        <pc:spChg chg="mod">
          <ac:chgData name="심규진(컴퓨터공학과)" userId="2b7dfa0c-af93-4b58-afd3-2643c9a14859" providerId="ADAL" clId="{B00FB3F8-D0CC-4996-9E04-23E206BD43F8}" dt="2025-02-22T07:19:11.224" v="1977" actId="14100"/>
          <ac:spMkLst>
            <pc:docMk/>
            <pc:sldMk cId="3686198678" sldId="269"/>
            <ac:spMk id="7" creationId="{BE72A031-BDD5-F3ED-5FA4-8832BB382CE9}"/>
          </ac:spMkLst>
        </pc:spChg>
        <pc:spChg chg="mod">
          <ac:chgData name="심규진(컴퓨터공학과)" userId="2b7dfa0c-af93-4b58-afd3-2643c9a14859" providerId="ADAL" clId="{B00FB3F8-D0CC-4996-9E04-23E206BD43F8}" dt="2025-02-22T07:19:02.083" v="1975" actId="14100"/>
          <ac:spMkLst>
            <pc:docMk/>
            <pc:sldMk cId="3686198678" sldId="269"/>
            <ac:spMk id="8" creationId="{36B2C909-100B-BEE6-ACAA-8BD45134ACEB}"/>
          </ac:spMkLst>
        </pc:spChg>
        <pc:spChg chg="add mod">
          <ac:chgData name="심규진(컴퓨터공학과)" userId="2b7dfa0c-af93-4b58-afd3-2643c9a14859" providerId="ADAL" clId="{B00FB3F8-D0CC-4996-9E04-23E206BD43F8}" dt="2025-02-22T07:20:41.692" v="2251" actId="14100"/>
          <ac:spMkLst>
            <pc:docMk/>
            <pc:sldMk cId="3686198678" sldId="269"/>
            <ac:spMk id="9" creationId="{F716FD0E-0FB5-162C-B6B1-2AA52CF661EC}"/>
          </ac:spMkLst>
        </pc:spChg>
        <pc:picChg chg="add mod ord">
          <ac:chgData name="심규진(컴퓨터공학과)" userId="2b7dfa0c-af93-4b58-afd3-2643c9a14859" providerId="ADAL" clId="{B00FB3F8-D0CC-4996-9E04-23E206BD43F8}" dt="2025-02-22T07:21:35.114" v="2258" actId="1076"/>
          <ac:picMkLst>
            <pc:docMk/>
            <pc:sldMk cId="3686198678" sldId="269"/>
            <ac:picMk id="11" creationId="{481E98F7-51DF-8B12-D2C0-334B7B16E983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7:52:45.104" v="3846"/>
        <pc:sldMkLst>
          <pc:docMk/>
          <pc:sldMk cId="1748576609" sldId="270"/>
        </pc:sldMkLst>
        <pc:spChg chg="mod">
          <ac:chgData name="심규진(컴퓨터공학과)" userId="2b7dfa0c-af93-4b58-afd3-2643c9a14859" providerId="ADAL" clId="{B00FB3F8-D0CC-4996-9E04-23E206BD43F8}" dt="2025-02-22T07:52:45.104" v="3846"/>
          <ac:spMkLst>
            <pc:docMk/>
            <pc:sldMk cId="1748576609" sldId="270"/>
            <ac:spMk id="2" creationId="{E7F18AD2-7EA6-028B-89F1-FABB1DA92161}"/>
          </ac:spMkLst>
        </pc:spChg>
        <pc:spChg chg="mod">
          <ac:chgData name="심규진(컴퓨터공학과)" userId="2b7dfa0c-af93-4b58-afd3-2643c9a14859" providerId="ADAL" clId="{B00FB3F8-D0CC-4996-9E04-23E206BD43F8}" dt="2025-02-22T07:23:31.099" v="2411" actId="20577"/>
          <ac:spMkLst>
            <pc:docMk/>
            <pc:sldMk cId="1748576609" sldId="270"/>
            <ac:spMk id="3" creationId="{3BB362E1-61F4-4CF9-6C14-05594289CE2D}"/>
          </ac:spMkLst>
        </pc:spChg>
        <pc:spChg chg="mod">
          <ac:chgData name="심규진(컴퓨터공학과)" userId="2b7dfa0c-af93-4b58-afd3-2643c9a14859" providerId="ADAL" clId="{B00FB3F8-D0CC-4996-9E04-23E206BD43F8}" dt="2025-02-22T07:23:21.266" v="2321" actId="1076"/>
          <ac:spMkLst>
            <pc:docMk/>
            <pc:sldMk cId="1748576609" sldId="270"/>
            <ac:spMk id="7" creationId="{6E378B8A-C19B-45D3-3D7D-C460C2421AEB}"/>
          </ac:spMkLst>
        </pc:spChg>
        <pc:spChg chg="mod">
          <ac:chgData name="심규진(컴퓨터공학과)" userId="2b7dfa0c-af93-4b58-afd3-2643c9a14859" providerId="ADAL" clId="{B00FB3F8-D0CC-4996-9E04-23E206BD43F8}" dt="2025-02-22T07:23:21.266" v="2321" actId="1076"/>
          <ac:spMkLst>
            <pc:docMk/>
            <pc:sldMk cId="1748576609" sldId="270"/>
            <ac:spMk id="8" creationId="{8CC7D455-774E-93AE-A270-1155DDA3B492}"/>
          </ac:spMkLst>
        </pc:spChg>
        <pc:picChg chg="add mod ord">
          <ac:chgData name="심규진(컴퓨터공학과)" userId="2b7dfa0c-af93-4b58-afd3-2643c9a14859" providerId="ADAL" clId="{B00FB3F8-D0CC-4996-9E04-23E206BD43F8}" dt="2025-02-22T07:23:21.266" v="2321" actId="1076"/>
          <ac:picMkLst>
            <pc:docMk/>
            <pc:sldMk cId="1748576609" sldId="270"/>
            <ac:picMk id="10" creationId="{1E491D69-051A-6D87-905A-5F674183A3EA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7:52:50.629" v="3847"/>
        <pc:sldMkLst>
          <pc:docMk/>
          <pc:sldMk cId="1508889315" sldId="271"/>
        </pc:sldMkLst>
        <pc:spChg chg="mod">
          <ac:chgData name="심규진(컴퓨터공학과)" userId="2b7dfa0c-af93-4b58-afd3-2643c9a14859" providerId="ADAL" clId="{B00FB3F8-D0CC-4996-9E04-23E206BD43F8}" dt="2025-02-22T07:52:50.629" v="3847"/>
          <ac:spMkLst>
            <pc:docMk/>
            <pc:sldMk cId="1508889315" sldId="271"/>
            <ac:spMk id="2" creationId="{02E9BDA9-1416-13FD-3535-4DDE095960BC}"/>
          </ac:spMkLst>
        </pc:spChg>
        <pc:spChg chg="mod">
          <ac:chgData name="심규진(컴퓨터공학과)" userId="2b7dfa0c-af93-4b58-afd3-2643c9a14859" providerId="ADAL" clId="{B00FB3F8-D0CC-4996-9E04-23E206BD43F8}" dt="2025-02-22T07:25:05.117" v="2513" actId="20577"/>
          <ac:spMkLst>
            <pc:docMk/>
            <pc:sldMk cId="1508889315" sldId="271"/>
            <ac:spMk id="3" creationId="{0B73DF44-053C-76D4-A6A7-3351C06BE388}"/>
          </ac:spMkLst>
        </pc:spChg>
        <pc:spChg chg="add mod">
          <ac:chgData name="심규진(컴퓨터공학과)" userId="2b7dfa0c-af93-4b58-afd3-2643c9a14859" providerId="ADAL" clId="{B00FB3F8-D0CC-4996-9E04-23E206BD43F8}" dt="2025-02-22T07:25:23.908" v="2516" actId="14100"/>
          <ac:spMkLst>
            <pc:docMk/>
            <pc:sldMk cId="1508889315" sldId="271"/>
            <ac:spMk id="6" creationId="{CF180AA2-3FB0-C260-CE72-D2CB26930AEB}"/>
          </ac:spMkLst>
        </pc:spChg>
        <pc:spChg chg="mod ord">
          <ac:chgData name="심규진(컴퓨터공학과)" userId="2b7dfa0c-af93-4b58-afd3-2643c9a14859" providerId="ADAL" clId="{B00FB3F8-D0CC-4996-9E04-23E206BD43F8}" dt="2025-02-22T07:25:02.869" v="2512" actId="14100"/>
          <ac:spMkLst>
            <pc:docMk/>
            <pc:sldMk cId="1508889315" sldId="271"/>
            <ac:spMk id="7" creationId="{64A2EE7B-EA36-3830-315A-EDD6C0E2E9DC}"/>
          </ac:spMkLst>
        </pc:spChg>
        <pc:picChg chg="add mod">
          <ac:chgData name="심규진(컴퓨터공학과)" userId="2b7dfa0c-af93-4b58-afd3-2643c9a14859" providerId="ADAL" clId="{B00FB3F8-D0CC-4996-9E04-23E206BD43F8}" dt="2025-02-22T07:24:41.896" v="2418" actId="1076"/>
          <ac:picMkLst>
            <pc:docMk/>
            <pc:sldMk cId="1508889315" sldId="271"/>
            <ac:picMk id="5" creationId="{8FFAD125-1499-11E8-22BC-615C04F7A7E4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7:52:56.721" v="3877" actId="20577"/>
        <pc:sldMkLst>
          <pc:docMk/>
          <pc:sldMk cId="2375210323" sldId="272"/>
        </pc:sldMkLst>
        <pc:spChg chg="mod">
          <ac:chgData name="심규진(컴퓨터공학과)" userId="2b7dfa0c-af93-4b58-afd3-2643c9a14859" providerId="ADAL" clId="{B00FB3F8-D0CC-4996-9E04-23E206BD43F8}" dt="2025-02-22T07:52:56.721" v="3877" actId="20577"/>
          <ac:spMkLst>
            <pc:docMk/>
            <pc:sldMk cId="2375210323" sldId="272"/>
            <ac:spMk id="2" creationId="{9CBB384F-2BD1-CFB7-6FAC-BB78237E9468}"/>
          </ac:spMkLst>
        </pc:spChg>
        <pc:spChg chg="mod">
          <ac:chgData name="심규진(컴퓨터공학과)" userId="2b7dfa0c-af93-4b58-afd3-2643c9a14859" providerId="ADAL" clId="{B00FB3F8-D0CC-4996-9E04-23E206BD43F8}" dt="2025-02-22T07:28:33.819" v="2750" actId="20577"/>
          <ac:spMkLst>
            <pc:docMk/>
            <pc:sldMk cId="2375210323" sldId="272"/>
            <ac:spMk id="3" creationId="{8181E240-5498-8A5B-D911-95F1C1A8D50F}"/>
          </ac:spMkLst>
        </pc:spChg>
        <pc:spChg chg="mod ord">
          <ac:chgData name="심규진(컴퓨터공학과)" userId="2b7dfa0c-af93-4b58-afd3-2643c9a14859" providerId="ADAL" clId="{B00FB3F8-D0CC-4996-9E04-23E206BD43F8}" dt="2025-02-22T07:28:11.208" v="2638" actId="1076"/>
          <ac:spMkLst>
            <pc:docMk/>
            <pc:sldMk cId="2375210323" sldId="272"/>
            <ac:spMk id="6" creationId="{6CD1291F-8180-9E34-1C8F-53588D71DBEB}"/>
          </ac:spMkLst>
        </pc:spChg>
        <pc:spChg chg="add mod">
          <ac:chgData name="심규진(컴퓨터공학과)" userId="2b7dfa0c-af93-4b58-afd3-2643c9a14859" providerId="ADAL" clId="{B00FB3F8-D0CC-4996-9E04-23E206BD43F8}" dt="2025-02-22T07:29:18.134" v="2759" actId="1076"/>
          <ac:spMkLst>
            <pc:docMk/>
            <pc:sldMk cId="2375210323" sldId="272"/>
            <ac:spMk id="15" creationId="{6793DBA9-3907-6B73-E311-2AC2BE7EA1A2}"/>
          </ac:spMkLst>
        </pc:spChg>
        <pc:picChg chg="add mod">
          <ac:chgData name="심규진(컴퓨터공학과)" userId="2b7dfa0c-af93-4b58-afd3-2643c9a14859" providerId="ADAL" clId="{B00FB3F8-D0CC-4996-9E04-23E206BD43F8}" dt="2025-02-22T07:28:11.208" v="2638" actId="1076"/>
          <ac:picMkLst>
            <pc:docMk/>
            <pc:sldMk cId="2375210323" sldId="272"/>
            <ac:picMk id="10" creationId="{D89D0D9C-B0DC-DEE5-4ACD-8E789BBB3DE7}"/>
          </ac:picMkLst>
        </pc:picChg>
        <pc:picChg chg="add mod">
          <ac:chgData name="심규진(컴퓨터공학과)" userId="2b7dfa0c-af93-4b58-afd3-2643c9a14859" providerId="ADAL" clId="{B00FB3F8-D0CC-4996-9E04-23E206BD43F8}" dt="2025-02-22T07:29:16.184" v="2758" actId="1076"/>
          <ac:picMkLst>
            <pc:docMk/>
            <pc:sldMk cId="2375210323" sldId="272"/>
            <ac:picMk id="12" creationId="{2822CE0D-9C27-A423-1DE1-C47CFA38D8F1}"/>
          </ac:picMkLst>
        </pc:picChg>
      </pc:sldChg>
      <pc:sldChg chg="addSp delSp modSp add del mod">
        <pc:chgData name="심규진(컴퓨터공학과)" userId="2b7dfa0c-af93-4b58-afd3-2643c9a14859" providerId="ADAL" clId="{B00FB3F8-D0CC-4996-9E04-23E206BD43F8}" dt="2025-02-22T07:53:35.528" v="3880" actId="47"/>
        <pc:sldMkLst>
          <pc:docMk/>
          <pc:sldMk cId="59869223" sldId="273"/>
        </pc:sldMkLst>
      </pc:sldChg>
      <pc:sldChg chg="addSp delSp modSp add mod">
        <pc:chgData name="심규진(컴퓨터공학과)" userId="2b7dfa0c-af93-4b58-afd3-2643c9a14859" providerId="ADAL" clId="{B00FB3F8-D0CC-4996-9E04-23E206BD43F8}" dt="2025-02-22T07:53:03.632" v="3879"/>
        <pc:sldMkLst>
          <pc:docMk/>
          <pc:sldMk cId="1214468476" sldId="274"/>
        </pc:sldMkLst>
        <pc:spChg chg="mod">
          <ac:chgData name="심규진(컴퓨터공학과)" userId="2b7dfa0c-af93-4b58-afd3-2643c9a14859" providerId="ADAL" clId="{B00FB3F8-D0CC-4996-9E04-23E206BD43F8}" dt="2025-02-22T07:53:03.632" v="3879"/>
          <ac:spMkLst>
            <pc:docMk/>
            <pc:sldMk cId="1214468476" sldId="274"/>
            <ac:spMk id="2" creationId="{47BB1B91-9B5D-ED17-9AD3-703B24559612}"/>
          </ac:spMkLst>
        </pc:spChg>
        <pc:spChg chg="mod">
          <ac:chgData name="심규진(컴퓨터공학과)" userId="2b7dfa0c-af93-4b58-afd3-2643c9a14859" providerId="ADAL" clId="{B00FB3F8-D0CC-4996-9E04-23E206BD43F8}" dt="2025-02-22T07:35:09.070" v="3016" actId="20577"/>
          <ac:spMkLst>
            <pc:docMk/>
            <pc:sldMk cId="1214468476" sldId="274"/>
            <ac:spMk id="3" creationId="{D087DB54-3BA8-34F2-A490-CEF39A0A120A}"/>
          </ac:spMkLst>
        </pc:spChg>
        <pc:spChg chg="mod">
          <ac:chgData name="심규진(컴퓨터공학과)" userId="2b7dfa0c-af93-4b58-afd3-2643c9a14859" providerId="ADAL" clId="{B00FB3F8-D0CC-4996-9E04-23E206BD43F8}" dt="2025-02-22T07:33:07.053" v="2952" actId="1076"/>
          <ac:spMkLst>
            <pc:docMk/>
            <pc:sldMk cId="1214468476" sldId="274"/>
            <ac:spMk id="7" creationId="{F0581296-01B7-5C6B-53B0-11F384F6EC41}"/>
          </ac:spMkLst>
        </pc:spChg>
        <pc:spChg chg="mod">
          <ac:chgData name="심규진(컴퓨터공학과)" userId="2b7dfa0c-af93-4b58-afd3-2643c9a14859" providerId="ADAL" clId="{B00FB3F8-D0CC-4996-9E04-23E206BD43F8}" dt="2025-02-22T07:33:20.974" v="2957" actId="14100"/>
          <ac:spMkLst>
            <pc:docMk/>
            <pc:sldMk cId="1214468476" sldId="274"/>
            <ac:spMk id="8" creationId="{A1D68B46-BCAD-8130-89A0-D79003A53A61}"/>
          </ac:spMkLst>
        </pc:spChg>
        <pc:picChg chg="mod modCrop">
          <ac:chgData name="심규진(컴퓨터공학과)" userId="2b7dfa0c-af93-4b58-afd3-2643c9a14859" providerId="ADAL" clId="{B00FB3F8-D0CC-4996-9E04-23E206BD43F8}" dt="2025-02-22T07:33:18.270" v="2956" actId="732"/>
          <ac:picMkLst>
            <pc:docMk/>
            <pc:sldMk cId="1214468476" sldId="274"/>
            <ac:picMk id="5" creationId="{2A416973-0382-B8FA-19B9-2402C287A5E7}"/>
          </ac:picMkLst>
        </pc:picChg>
        <pc:picChg chg="add mod modCrop">
          <ac:chgData name="심규진(컴퓨터공학과)" userId="2b7dfa0c-af93-4b58-afd3-2643c9a14859" providerId="ADAL" clId="{B00FB3F8-D0CC-4996-9E04-23E206BD43F8}" dt="2025-02-22T07:35:02.343" v="3010" actId="14100"/>
          <ac:picMkLst>
            <pc:docMk/>
            <pc:sldMk cId="1214468476" sldId="274"/>
            <ac:picMk id="10" creationId="{6C1B6BC9-0099-E480-D91E-9B9746A4FCA4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3T06:55:02.320" v="7642" actId="1076"/>
        <pc:sldMkLst>
          <pc:docMk/>
          <pc:sldMk cId="3314558245" sldId="275"/>
        </pc:sldMkLst>
        <pc:spChg chg="mod">
          <ac:chgData name="심규진(컴퓨터공학과)" userId="2b7dfa0c-af93-4b58-afd3-2643c9a14859" providerId="ADAL" clId="{B00FB3F8-D0CC-4996-9E04-23E206BD43F8}" dt="2025-02-22T07:53:45.096" v="3881"/>
          <ac:spMkLst>
            <pc:docMk/>
            <pc:sldMk cId="3314558245" sldId="275"/>
            <ac:spMk id="2" creationId="{91E27466-3882-E77A-C32E-6569EFFE814A}"/>
          </ac:spMkLst>
        </pc:spChg>
        <pc:spChg chg="mod">
          <ac:chgData name="심규진(컴퓨터공학과)" userId="2b7dfa0c-af93-4b58-afd3-2643c9a14859" providerId="ADAL" clId="{B00FB3F8-D0CC-4996-9E04-23E206BD43F8}" dt="2025-02-22T07:37:27.371" v="3227" actId="403"/>
          <ac:spMkLst>
            <pc:docMk/>
            <pc:sldMk cId="3314558245" sldId="275"/>
            <ac:spMk id="3" creationId="{044C81F2-14DD-B53B-2CAE-8DC7DF91E00F}"/>
          </ac:spMkLst>
        </pc:spChg>
        <pc:spChg chg="mod">
          <ac:chgData name="심규진(컴퓨터공학과)" userId="2b7dfa0c-af93-4b58-afd3-2643c9a14859" providerId="ADAL" clId="{B00FB3F8-D0CC-4996-9E04-23E206BD43F8}" dt="2025-02-23T06:55:02.320" v="7642" actId="1076"/>
          <ac:spMkLst>
            <pc:docMk/>
            <pc:sldMk cId="3314558245" sldId="275"/>
            <ac:spMk id="7" creationId="{EF23DB39-C08D-1B9C-50DC-36AAF2A2B580}"/>
          </ac:spMkLst>
        </pc:spChg>
        <pc:picChg chg="add mod ord modCrop">
          <ac:chgData name="심규진(컴퓨터공학과)" userId="2b7dfa0c-af93-4b58-afd3-2643c9a14859" providerId="ADAL" clId="{B00FB3F8-D0CC-4996-9E04-23E206BD43F8}" dt="2025-02-23T06:55:02.320" v="7642" actId="1076"/>
          <ac:picMkLst>
            <pc:docMk/>
            <pc:sldMk cId="3314558245" sldId="275"/>
            <ac:picMk id="6" creationId="{7D56809B-B278-4837-7EBC-352AF7798367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3T06:52:47.962" v="7626" actId="20577"/>
        <pc:sldMkLst>
          <pc:docMk/>
          <pc:sldMk cId="4052740424" sldId="276"/>
        </pc:sldMkLst>
        <pc:spChg chg="mod">
          <ac:chgData name="심규진(컴퓨터공학과)" userId="2b7dfa0c-af93-4b58-afd3-2643c9a14859" providerId="ADAL" clId="{B00FB3F8-D0CC-4996-9E04-23E206BD43F8}" dt="2025-02-22T07:53:50.047" v="3882"/>
          <ac:spMkLst>
            <pc:docMk/>
            <pc:sldMk cId="4052740424" sldId="276"/>
            <ac:spMk id="2" creationId="{12D0BDE4-784E-79E7-3687-F936F56FF345}"/>
          </ac:spMkLst>
        </pc:spChg>
        <pc:spChg chg="mod">
          <ac:chgData name="심규진(컴퓨터공학과)" userId="2b7dfa0c-af93-4b58-afd3-2643c9a14859" providerId="ADAL" clId="{B00FB3F8-D0CC-4996-9E04-23E206BD43F8}" dt="2025-02-23T06:52:47.962" v="7626" actId="20577"/>
          <ac:spMkLst>
            <pc:docMk/>
            <pc:sldMk cId="4052740424" sldId="276"/>
            <ac:spMk id="3" creationId="{FD1C8B0F-59B7-3C00-53D6-C50A21E7D15A}"/>
          </ac:spMkLst>
        </pc:spChg>
        <pc:picChg chg="add mod">
          <ac:chgData name="심규진(컴퓨터공학과)" userId="2b7dfa0c-af93-4b58-afd3-2643c9a14859" providerId="ADAL" clId="{B00FB3F8-D0CC-4996-9E04-23E206BD43F8}" dt="2025-02-22T07:45:36.049" v="3543" actId="1076"/>
          <ac:picMkLst>
            <pc:docMk/>
            <pc:sldMk cId="4052740424" sldId="276"/>
            <ac:picMk id="9" creationId="{D3E33030-84C6-D816-1619-6DD78774C530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3T06:52:59.513" v="7639" actId="20577"/>
        <pc:sldMkLst>
          <pc:docMk/>
          <pc:sldMk cId="3176448966" sldId="277"/>
        </pc:sldMkLst>
        <pc:spChg chg="mod">
          <ac:chgData name="심규진(컴퓨터공학과)" userId="2b7dfa0c-af93-4b58-afd3-2643c9a14859" providerId="ADAL" clId="{B00FB3F8-D0CC-4996-9E04-23E206BD43F8}" dt="2025-02-22T07:54:00.539" v="3883"/>
          <ac:spMkLst>
            <pc:docMk/>
            <pc:sldMk cId="3176448966" sldId="277"/>
            <ac:spMk id="2" creationId="{2C9E9F7B-69CB-C87D-761D-1B7B45988CBA}"/>
          </ac:spMkLst>
        </pc:spChg>
        <pc:spChg chg="mod">
          <ac:chgData name="심규진(컴퓨터공학과)" userId="2b7dfa0c-af93-4b58-afd3-2643c9a14859" providerId="ADAL" clId="{B00FB3F8-D0CC-4996-9E04-23E206BD43F8}" dt="2025-02-23T06:52:59.513" v="7639" actId="20577"/>
          <ac:spMkLst>
            <pc:docMk/>
            <pc:sldMk cId="3176448966" sldId="277"/>
            <ac:spMk id="3" creationId="{7642CF09-FF03-509B-EB58-ED3498E6F98B}"/>
          </ac:spMkLst>
        </pc:spChg>
        <pc:spChg chg="mod">
          <ac:chgData name="심규진(컴퓨터공학과)" userId="2b7dfa0c-af93-4b58-afd3-2643c9a14859" providerId="ADAL" clId="{B00FB3F8-D0CC-4996-9E04-23E206BD43F8}" dt="2025-02-22T07:51:09.356" v="3778" actId="1076"/>
          <ac:spMkLst>
            <pc:docMk/>
            <pc:sldMk cId="3176448966" sldId="277"/>
            <ac:spMk id="13" creationId="{D558CDFE-824F-6BA4-FAD0-02F04D499C34}"/>
          </ac:spMkLst>
        </pc:spChg>
        <pc:picChg chg="add mod">
          <ac:chgData name="심규진(컴퓨터공학과)" userId="2b7dfa0c-af93-4b58-afd3-2643c9a14859" providerId="ADAL" clId="{B00FB3F8-D0CC-4996-9E04-23E206BD43F8}" dt="2025-02-22T07:51:05.745" v="3777" actId="1076"/>
          <ac:picMkLst>
            <pc:docMk/>
            <pc:sldMk cId="3176448966" sldId="277"/>
            <ac:picMk id="5" creationId="{EA16CB57-3786-BA99-80A6-817F2BF1E7FF}"/>
          </ac:picMkLst>
        </pc:picChg>
        <pc:picChg chg="mod">
          <ac:chgData name="심규진(컴퓨터공학과)" userId="2b7dfa0c-af93-4b58-afd3-2643c9a14859" providerId="ADAL" clId="{B00FB3F8-D0CC-4996-9E04-23E206BD43F8}" dt="2025-02-22T07:51:09.356" v="3778" actId="1076"/>
          <ac:picMkLst>
            <pc:docMk/>
            <pc:sldMk cId="3176448966" sldId="277"/>
            <ac:picMk id="12" creationId="{F59F7A72-0A8D-D7F5-4B2E-C6DD0F03E527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8:12:11.929" v="4729" actId="20577"/>
        <pc:sldMkLst>
          <pc:docMk/>
          <pc:sldMk cId="1981468329" sldId="278"/>
        </pc:sldMkLst>
        <pc:spChg chg="mod">
          <ac:chgData name="심규진(컴퓨터공학과)" userId="2b7dfa0c-af93-4b58-afd3-2643c9a14859" providerId="ADAL" clId="{B00FB3F8-D0CC-4996-9E04-23E206BD43F8}" dt="2025-02-22T08:10:28.173" v="4608" actId="20577"/>
          <ac:spMkLst>
            <pc:docMk/>
            <pc:sldMk cId="1981468329" sldId="278"/>
            <ac:spMk id="2" creationId="{A4CF108C-C289-4A78-B88C-6D8A0F5A15C3}"/>
          </ac:spMkLst>
        </pc:spChg>
        <pc:spChg chg="mod">
          <ac:chgData name="심규진(컴퓨터공학과)" userId="2b7dfa0c-af93-4b58-afd3-2643c9a14859" providerId="ADAL" clId="{B00FB3F8-D0CC-4996-9E04-23E206BD43F8}" dt="2025-02-22T08:12:11.929" v="4729" actId="20577"/>
          <ac:spMkLst>
            <pc:docMk/>
            <pc:sldMk cId="1981468329" sldId="278"/>
            <ac:spMk id="3" creationId="{6DF6BA08-4136-1E4E-586A-8CA8B7E460D3}"/>
          </ac:spMkLst>
        </pc:spChg>
        <pc:spChg chg="add mod">
          <ac:chgData name="심규진(컴퓨터공학과)" userId="2b7dfa0c-af93-4b58-afd3-2643c9a14859" providerId="ADAL" clId="{B00FB3F8-D0CC-4996-9E04-23E206BD43F8}" dt="2025-02-22T08:11:45.582" v="4666" actId="14100"/>
          <ac:spMkLst>
            <pc:docMk/>
            <pc:sldMk cId="1981468329" sldId="278"/>
            <ac:spMk id="7" creationId="{CC225482-0F57-2043-5A7D-BF4F3D8680BC}"/>
          </ac:spMkLst>
        </pc:spChg>
        <pc:picChg chg="add mod">
          <ac:chgData name="심규진(컴퓨터공학과)" userId="2b7dfa0c-af93-4b58-afd3-2643c9a14859" providerId="ADAL" clId="{B00FB3F8-D0CC-4996-9E04-23E206BD43F8}" dt="2025-02-22T08:00:43.272" v="4053" actId="1076"/>
          <ac:picMkLst>
            <pc:docMk/>
            <pc:sldMk cId="1981468329" sldId="278"/>
            <ac:picMk id="6" creationId="{B97C7224-A7C3-977C-86C1-324C52BFC30D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8:10:31.300" v="4609"/>
        <pc:sldMkLst>
          <pc:docMk/>
          <pc:sldMk cId="3958275472" sldId="279"/>
        </pc:sldMkLst>
        <pc:spChg chg="mod">
          <ac:chgData name="심규진(컴퓨터공학과)" userId="2b7dfa0c-af93-4b58-afd3-2643c9a14859" providerId="ADAL" clId="{B00FB3F8-D0CC-4996-9E04-23E206BD43F8}" dt="2025-02-22T08:10:31.300" v="4609"/>
          <ac:spMkLst>
            <pc:docMk/>
            <pc:sldMk cId="3958275472" sldId="279"/>
            <ac:spMk id="2" creationId="{2D588368-773B-48DD-9AFA-6488146943F7}"/>
          </ac:spMkLst>
        </pc:spChg>
        <pc:spChg chg="mod">
          <ac:chgData name="심규진(컴퓨터공학과)" userId="2b7dfa0c-af93-4b58-afd3-2643c9a14859" providerId="ADAL" clId="{B00FB3F8-D0CC-4996-9E04-23E206BD43F8}" dt="2025-02-22T08:01:18.578" v="4144" actId="20577"/>
          <ac:spMkLst>
            <pc:docMk/>
            <pc:sldMk cId="3958275472" sldId="279"/>
            <ac:spMk id="3" creationId="{C5C5FD56-2642-7C05-08D6-1C246B4EC60C}"/>
          </ac:spMkLst>
        </pc:spChg>
        <pc:spChg chg="mod">
          <ac:chgData name="심규진(컴퓨터공학과)" userId="2b7dfa0c-af93-4b58-afd3-2643c9a14859" providerId="ADAL" clId="{B00FB3F8-D0CC-4996-9E04-23E206BD43F8}" dt="2025-02-22T08:01:03.276" v="4062" actId="14100"/>
          <ac:spMkLst>
            <pc:docMk/>
            <pc:sldMk cId="3958275472" sldId="279"/>
            <ac:spMk id="7" creationId="{D807C222-7AB7-B0D8-3DD4-DC7C6982A62E}"/>
          </ac:spMkLst>
        </pc:spChg>
        <pc:picChg chg="add mod ord">
          <ac:chgData name="심규진(컴퓨터공학과)" userId="2b7dfa0c-af93-4b58-afd3-2643c9a14859" providerId="ADAL" clId="{B00FB3F8-D0CC-4996-9E04-23E206BD43F8}" dt="2025-02-22T08:00:59.517" v="4060" actId="1076"/>
          <ac:picMkLst>
            <pc:docMk/>
            <pc:sldMk cId="3958275472" sldId="279"/>
            <ac:picMk id="5" creationId="{1E57BAA0-FC73-0396-F2EF-6F9695AC8464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8:10:33.547" v="4610"/>
        <pc:sldMkLst>
          <pc:docMk/>
          <pc:sldMk cId="1415431700" sldId="280"/>
        </pc:sldMkLst>
        <pc:spChg chg="mod">
          <ac:chgData name="심규진(컴퓨터공학과)" userId="2b7dfa0c-af93-4b58-afd3-2643c9a14859" providerId="ADAL" clId="{B00FB3F8-D0CC-4996-9E04-23E206BD43F8}" dt="2025-02-22T08:10:33.547" v="4610"/>
          <ac:spMkLst>
            <pc:docMk/>
            <pc:sldMk cId="1415431700" sldId="280"/>
            <ac:spMk id="2" creationId="{BA60EDDB-B7E0-8A6A-C3C6-FC5283A6CE16}"/>
          </ac:spMkLst>
        </pc:spChg>
        <pc:spChg chg="mod">
          <ac:chgData name="심규진(컴퓨터공학과)" userId="2b7dfa0c-af93-4b58-afd3-2643c9a14859" providerId="ADAL" clId="{B00FB3F8-D0CC-4996-9E04-23E206BD43F8}" dt="2025-02-22T08:02:49.735" v="4212" actId="20577"/>
          <ac:spMkLst>
            <pc:docMk/>
            <pc:sldMk cId="1415431700" sldId="280"/>
            <ac:spMk id="3" creationId="{F05353C8-1870-9E9C-D238-3C19752F198E}"/>
          </ac:spMkLst>
        </pc:spChg>
        <pc:picChg chg="add mod">
          <ac:chgData name="심규진(컴퓨터공학과)" userId="2b7dfa0c-af93-4b58-afd3-2643c9a14859" providerId="ADAL" clId="{B00FB3F8-D0CC-4996-9E04-23E206BD43F8}" dt="2025-02-22T08:02:29.745" v="4149" actId="1076"/>
          <ac:picMkLst>
            <pc:docMk/>
            <pc:sldMk cId="1415431700" sldId="280"/>
            <ac:picMk id="6" creationId="{1E777344-8AB9-1B02-C968-C2B18C220D51}"/>
          </ac:picMkLst>
        </pc:picChg>
        <pc:picChg chg="add mod">
          <ac:chgData name="심규진(컴퓨터공학과)" userId="2b7dfa0c-af93-4b58-afd3-2643c9a14859" providerId="ADAL" clId="{B00FB3F8-D0CC-4996-9E04-23E206BD43F8}" dt="2025-02-22T08:02:36.781" v="4151" actId="1076"/>
          <ac:picMkLst>
            <pc:docMk/>
            <pc:sldMk cId="1415431700" sldId="280"/>
            <ac:picMk id="9" creationId="{B9FEA651-E8C9-9707-43D9-8306C30F0289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8:10:38.349" v="4633" actId="20577"/>
        <pc:sldMkLst>
          <pc:docMk/>
          <pc:sldMk cId="3277650682" sldId="281"/>
        </pc:sldMkLst>
        <pc:spChg chg="mod">
          <ac:chgData name="심규진(컴퓨터공학과)" userId="2b7dfa0c-af93-4b58-afd3-2643c9a14859" providerId="ADAL" clId="{B00FB3F8-D0CC-4996-9E04-23E206BD43F8}" dt="2025-02-22T08:10:38.349" v="4633" actId="20577"/>
          <ac:spMkLst>
            <pc:docMk/>
            <pc:sldMk cId="3277650682" sldId="281"/>
            <ac:spMk id="2" creationId="{C96D5AFA-08D5-253F-B842-FBB28D76238B}"/>
          </ac:spMkLst>
        </pc:spChg>
        <pc:spChg chg="mod">
          <ac:chgData name="심규진(컴퓨터공학과)" userId="2b7dfa0c-af93-4b58-afd3-2643c9a14859" providerId="ADAL" clId="{B00FB3F8-D0CC-4996-9E04-23E206BD43F8}" dt="2025-02-22T08:04:46.503" v="4282" actId="20577"/>
          <ac:spMkLst>
            <pc:docMk/>
            <pc:sldMk cId="3277650682" sldId="281"/>
            <ac:spMk id="3" creationId="{AADBFCAB-403F-43DB-D4F7-75357C3D67AD}"/>
          </ac:spMkLst>
        </pc:spChg>
        <pc:picChg chg="add mod">
          <ac:chgData name="심규진(컴퓨터공학과)" userId="2b7dfa0c-af93-4b58-afd3-2643c9a14859" providerId="ADAL" clId="{B00FB3F8-D0CC-4996-9E04-23E206BD43F8}" dt="2025-02-22T08:03:29.594" v="4217" actId="1076"/>
          <ac:picMkLst>
            <pc:docMk/>
            <pc:sldMk cId="3277650682" sldId="281"/>
            <ac:picMk id="5" creationId="{E2A8D8A7-E729-032A-FFB0-DD17323C3AF7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8:10:41.008" v="4634"/>
        <pc:sldMkLst>
          <pc:docMk/>
          <pc:sldMk cId="1736252048" sldId="282"/>
        </pc:sldMkLst>
        <pc:spChg chg="mod">
          <ac:chgData name="심규진(컴퓨터공학과)" userId="2b7dfa0c-af93-4b58-afd3-2643c9a14859" providerId="ADAL" clId="{B00FB3F8-D0CC-4996-9E04-23E206BD43F8}" dt="2025-02-22T08:10:41.008" v="4634"/>
          <ac:spMkLst>
            <pc:docMk/>
            <pc:sldMk cId="1736252048" sldId="282"/>
            <ac:spMk id="2" creationId="{0750C718-E017-3F9D-AEAE-C4615C0B1F8C}"/>
          </ac:spMkLst>
        </pc:spChg>
        <pc:spChg chg="mod">
          <ac:chgData name="심규진(컴퓨터공학과)" userId="2b7dfa0c-af93-4b58-afd3-2643c9a14859" providerId="ADAL" clId="{B00FB3F8-D0CC-4996-9E04-23E206BD43F8}" dt="2025-02-22T08:06:24.491" v="4434" actId="20577"/>
          <ac:spMkLst>
            <pc:docMk/>
            <pc:sldMk cId="1736252048" sldId="282"/>
            <ac:spMk id="3" creationId="{0940F59C-1978-94B2-DFF7-77A59C84195D}"/>
          </ac:spMkLst>
        </pc:spChg>
        <pc:spChg chg="mod">
          <ac:chgData name="심규진(컴퓨터공학과)" userId="2b7dfa0c-af93-4b58-afd3-2643c9a14859" providerId="ADAL" clId="{B00FB3F8-D0CC-4996-9E04-23E206BD43F8}" dt="2025-02-22T08:06:27.814" v="4435" actId="1076"/>
          <ac:spMkLst>
            <pc:docMk/>
            <pc:sldMk cId="1736252048" sldId="282"/>
            <ac:spMk id="7" creationId="{9F1DA37B-6843-679A-6BC1-70DD8185DE83}"/>
          </ac:spMkLst>
        </pc:spChg>
        <pc:spChg chg="add mod">
          <ac:chgData name="심규진(컴퓨터공학과)" userId="2b7dfa0c-af93-4b58-afd3-2643c9a14859" providerId="ADAL" clId="{B00FB3F8-D0CC-4996-9E04-23E206BD43F8}" dt="2025-02-22T08:06:27.814" v="4435" actId="1076"/>
          <ac:spMkLst>
            <pc:docMk/>
            <pc:sldMk cId="1736252048" sldId="282"/>
            <ac:spMk id="8" creationId="{0FD1E040-4362-EE65-B65B-4709808EECC5}"/>
          </ac:spMkLst>
        </pc:spChg>
        <pc:spChg chg="add mod">
          <ac:chgData name="심규진(컴퓨터공학과)" userId="2b7dfa0c-af93-4b58-afd3-2643c9a14859" providerId="ADAL" clId="{B00FB3F8-D0CC-4996-9E04-23E206BD43F8}" dt="2025-02-22T08:06:27.814" v="4435" actId="1076"/>
          <ac:spMkLst>
            <pc:docMk/>
            <pc:sldMk cId="1736252048" sldId="282"/>
            <ac:spMk id="10" creationId="{E72E1DC4-9360-2E34-40F1-30CC9321579B}"/>
          </ac:spMkLst>
        </pc:spChg>
        <pc:spChg chg="add mod">
          <ac:chgData name="심규진(컴퓨터공학과)" userId="2b7dfa0c-af93-4b58-afd3-2643c9a14859" providerId="ADAL" clId="{B00FB3F8-D0CC-4996-9E04-23E206BD43F8}" dt="2025-02-22T08:06:27.814" v="4435" actId="1076"/>
          <ac:spMkLst>
            <pc:docMk/>
            <pc:sldMk cId="1736252048" sldId="282"/>
            <ac:spMk id="13" creationId="{BBE7243E-660B-8659-272B-879AD04A5076}"/>
          </ac:spMkLst>
        </pc:spChg>
        <pc:picChg chg="add mod ord">
          <ac:chgData name="심규진(컴퓨터공학과)" userId="2b7dfa0c-af93-4b58-afd3-2643c9a14859" providerId="ADAL" clId="{B00FB3F8-D0CC-4996-9E04-23E206BD43F8}" dt="2025-02-22T08:06:27.814" v="4435" actId="1076"/>
          <ac:picMkLst>
            <pc:docMk/>
            <pc:sldMk cId="1736252048" sldId="282"/>
            <ac:picMk id="6" creationId="{A5638EB2-CBA1-99D7-A6B4-02193CFDE543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2T08:10:54.470" v="4664" actId="20577"/>
        <pc:sldMkLst>
          <pc:docMk/>
          <pc:sldMk cId="4086740690" sldId="283"/>
        </pc:sldMkLst>
        <pc:spChg chg="mod">
          <ac:chgData name="심규진(컴퓨터공학과)" userId="2b7dfa0c-af93-4b58-afd3-2643c9a14859" providerId="ADAL" clId="{B00FB3F8-D0CC-4996-9E04-23E206BD43F8}" dt="2025-02-22T08:10:54.470" v="4664" actId="20577"/>
          <ac:spMkLst>
            <pc:docMk/>
            <pc:sldMk cId="4086740690" sldId="283"/>
            <ac:spMk id="2" creationId="{C28CE448-E6B4-7CE0-248B-9DE5EE2D9970}"/>
          </ac:spMkLst>
        </pc:spChg>
        <pc:spChg chg="mod">
          <ac:chgData name="심규진(컴퓨터공학과)" userId="2b7dfa0c-af93-4b58-afd3-2643c9a14859" providerId="ADAL" clId="{B00FB3F8-D0CC-4996-9E04-23E206BD43F8}" dt="2025-02-22T08:10:18.249" v="4600" actId="20577"/>
          <ac:spMkLst>
            <pc:docMk/>
            <pc:sldMk cId="4086740690" sldId="283"/>
            <ac:spMk id="3" creationId="{96CC6094-541C-0B3A-4F80-9354EEDCDB72}"/>
          </ac:spMkLst>
        </pc:spChg>
        <pc:picChg chg="add mod modCrop">
          <ac:chgData name="심규진(컴퓨터공학과)" userId="2b7dfa0c-af93-4b58-afd3-2643c9a14859" providerId="ADAL" clId="{B00FB3F8-D0CC-4996-9E04-23E206BD43F8}" dt="2025-02-22T08:09:00.397" v="4442" actId="1076"/>
          <ac:picMkLst>
            <pc:docMk/>
            <pc:sldMk cId="4086740690" sldId="283"/>
            <ac:picMk id="5" creationId="{789219DA-99F5-FCEB-6FB6-1DD96798F845}"/>
          </ac:picMkLst>
        </pc:picChg>
        <pc:picChg chg="add mod">
          <ac:chgData name="심규진(컴퓨터공학과)" userId="2b7dfa0c-af93-4b58-afd3-2643c9a14859" providerId="ADAL" clId="{B00FB3F8-D0CC-4996-9E04-23E206BD43F8}" dt="2025-02-22T08:09:14.720" v="4446" actId="1076"/>
          <ac:picMkLst>
            <pc:docMk/>
            <pc:sldMk cId="4086740690" sldId="283"/>
            <ac:picMk id="11" creationId="{7424FF2A-7AF5-290F-FB55-15D66E95C4B0}"/>
          </ac:picMkLst>
        </pc:picChg>
      </pc:sldChg>
      <pc:sldChg chg="modSp new mod">
        <pc:chgData name="심규진(컴퓨터공학과)" userId="2b7dfa0c-af93-4b58-afd3-2643c9a14859" providerId="ADAL" clId="{B00FB3F8-D0CC-4996-9E04-23E206BD43F8}" dt="2025-02-22T08:14:21.968" v="4805"/>
        <pc:sldMkLst>
          <pc:docMk/>
          <pc:sldMk cId="3040507474" sldId="284"/>
        </pc:sldMkLst>
        <pc:spChg chg="mod">
          <ac:chgData name="심규진(컴퓨터공학과)" userId="2b7dfa0c-af93-4b58-afd3-2643c9a14859" providerId="ADAL" clId="{B00FB3F8-D0CC-4996-9E04-23E206BD43F8}" dt="2025-02-22T08:13:28.107" v="4776" actId="20577"/>
          <ac:spMkLst>
            <pc:docMk/>
            <pc:sldMk cId="3040507474" sldId="284"/>
            <ac:spMk id="2" creationId="{F1C188AD-150E-3A6E-71D4-E7F97B7D0424}"/>
          </ac:spMkLst>
        </pc:spChg>
        <pc:spChg chg="mod">
          <ac:chgData name="심규진(컴퓨터공학과)" userId="2b7dfa0c-af93-4b58-afd3-2643c9a14859" providerId="ADAL" clId="{B00FB3F8-D0CC-4996-9E04-23E206BD43F8}" dt="2025-02-22T08:14:21.968" v="4805"/>
          <ac:spMkLst>
            <pc:docMk/>
            <pc:sldMk cId="3040507474" sldId="284"/>
            <ac:spMk id="3" creationId="{F508CD9A-ACB2-4BE0-52EF-241ABD98BCA2}"/>
          </ac:spMkLst>
        </pc:spChg>
      </pc:sldChg>
      <pc:sldChg chg="modSp new mod">
        <pc:chgData name="심규진(컴퓨터공학과)" userId="2b7dfa0c-af93-4b58-afd3-2643c9a14859" providerId="ADAL" clId="{B00FB3F8-D0CC-4996-9E04-23E206BD43F8}" dt="2025-02-22T08:14:26.252" v="4806"/>
        <pc:sldMkLst>
          <pc:docMk/>
          <pc:sldMk cId="366298150" sldId="285"/>
        </pc:sldMkLst>
        <pc:spChg chg="mod">
          <ac:chgData name="심규진(컴퓨터공학과)" userId="2b7dfa0c-af93-4b58-afd3-2643c9a14859" providerId="ADAL" clId="{B00FB3F8-D0CC-4996-9E04-23E206BD43F8}" dt="2025-02-22T08:14:00.190" v="4790" actId="20577"/>
          <ac:spMkLst>
            <pc:docMk/>
            <pc:sldMk cId="366298150" sldId="285"/>
            <ac:spMk id="2" creationId="{464F177F-F61E-131E-2E2D-8AF191D59034}"/>
          </ac:spMkLst>
        </pc:spChg>
        <pc:spChg chg="mod">
          <ac:chgData name="심규진(컴퓨터공학과)" userId="2b7dfa0c-af93-4b58-afd3-2643c9a14859" providerId="ADAL" clId="{B00FB3F8-D0CC-4996-9E04-23E206BD43F8}" dt="2025-02-22T08:14:26.252" v="4806"/>
          <ac:spMkLst>
            <pc:docMk/>
            <pc:sldMk cId="366298150" sldId="285"/>
            <ac:spMk id="3" creationId="{CA1B0320-DF2A-8CF6-FAB7-065D17802604}"/>
          </ac:spMkLst>
        </pc:spChg>
      </pc:sldChg>
      <pc:sldChg chg="modSp new mod">
        <pc:chgData name="심규진(컴퓨터공학과)" userId="2b7dfa0c-af93-4b58-afd3-2643c9a14859" providerId="ADAL" clId="{B00FB3F8-D0CC-4996-9E04-23E206BD43F8}" dt="2025-02-23T06:59:49.593" v="7710" actId="20577"/>
        <pc:sldMkLst>
          <pc:docMk/>
          <pc:sldMk cId="1408627303" sldId="286"/>
        </pc:sldMkLst>
        <pc:spChg chg="mod">
          <ac:chgData name="심규진(컴퓨터공학과)" userId="2b7dfa0c-af93-4b58-afd3-2643c9a14859" providerId="ADAL" clId="{B00FB3F8-D0CC-4996-9E04-23E206BD43F8}" dt="2025-02-23T06:59:49.593" v="7710" actId="20577"/>
          <ac:spMkLst>
            <pc:docMk/>
            <pc:sldMk cId="1408627303" sldId="286"/>
            <ac:spMk id="2" creationId="{695F28DC-24A8-DDFE-D665-D4CA71AF3CE1}"/>
          </ac:spMkLst>
        </pc:spChg>
      </pc:sldChg>
      <pc:sldChg chg="addSp delSp modSp add mod">
        <pc:chgData name="심규진(컴퓨터공학과)" userId="2b7dfa0c-af93-4b58-afd3-2643c9a14859" providerId="ADAL" clId="{B00FB3F8-D0CC-4996-9E04-23E206BD43F8}" dt="2025-02-23T06:37:22.388" v="7253" actId="113"/>
        <pc:sldMkLst>
          <pc:docMk/>
          <pc:sldMk cId="1202157364" sldId="287"/>
        </pc:sldMkLst>
        <pc:spChg chg="mod">
          <ac:chgData name="심규진(컴퓨터공학과)" userId="2b7dfa0c-af93-4b58-afd3-2643c9a14859" providerId="ADAL" clId="{B00FB3F8-D0CC-4996-9E04-23E206BD43F8}" dt="2025-02-23T05:25:17.093" v="4977" actId="20577"/>
          <ac:spMkLst>
            <pc:docMk/>
            <pc:sldMk cId="1202157364" sldId="287"/>
            <ac:spMk id="2" creationId="{FDFEA1A9-63EF-40E6-0BEB-0CD0FB05E229}"/>
          </ac:spMkLst>
        </pc:spChg>
        <pc:spChg chg="mod">
          <ac:chgData name="심규진(컴퓨터공학과)" userId="2b7dfa0c-af93-4b58-afd3-2643c9a14859" providerId="ADAL" clId="{B00FB3F8-D0CC-4996-9E04-23E206BD43F8}" dt="2025-02-23T06:37:22.388" v="7253" actId="113"/>
          <ac:spMkLst>
            <pc:docMk/>
            <pc:sldMk cId="1202157364" sldId="287"/>
            <ac:spMk id="3" creationId="{C97AC7C6-0942-83EA-CD73-9AC38BD7BA6E}"/>
          </ac:spMkLst>
        </pc:spChg>
        <pc:picChg chg="add mod">
          <ac:chgData name="심규진(컴퓨터공학과)" userId="2b7dfa0c-af93-4b58-afd3-2643c9a14859" providerId="ADAL" clId="{B00FB3F8-D0CC-4996-9E04-23E206BD43F8}" dt="2025-02-23T05:48:22.892" v="7217" actId="1076"/>
          <ac:picMkLst>
            <pc:docMk/>
            <pc:sldMk cId="1202157364" sldId="287"/>
            <ac:picMk id="16" creationId="{8B2DD6AD-034F-4161-5BB5-9B6AFA2B6596}"/>
          </ac:picMkLst>
        </pc:picChg>
      </pc:sldChg>
      <pc:sldChg chg="delSp modSp add mod">
        <pc:chgData name="심규진(컴퓨터공학과)" userId="2b7dfa0c-af93-4b58-afd3-2643c9a14859" providerId="ADAL" clId="{B00FB3F8-D0CC-4996-9E04-23E206BD43F8}" dt="2025-02-23T06:44:53.775" v="7381" actId="20577"/>
        <pc:sldMkLst>
          <pc:docMk/>
          <pc:sldMk cId="1769763214" sldId="288"/>
        </pc:sldMkLst>
        <pc:spChg chg="mod">
          <ac:chgData name="심규진(컴퓨터공학과)" userId="2b7dfa0c-af93-4b58-afd3-2643c9a14859" providerId="ADAL" clId="{B00FB3F8-D0CC-4996-9E04-23E206BD43F8}" dt="2025-02-23T06:44:53.775" v="7381" actId="20577"/>
          <ac:spMkLst>
            <pc:docMk/>
            <pc:sldMk cId="1769763214" sldId="288"/>
            <ac:spMk id="3" creationId="{F35A4B9E-B9E6-7C06-9D9A-FB8921855931}"/>
          </ac:spMkLst>
        </pc:spChg>
      </pc:sldChg>
      <pc:sldChg chg="addSp delSp modSp add mod">
        <pc:chgData name="심규진(컴퓨터공학과)" userId="2b7dfa0c-af93-4b58-afd3-2643c9a14859" providerId="ADAL" clId="{B00FB3F8-D0CC-4996-9E04-23E206BD43F8}" dt="2025-02-23T06:56:11.816" v="7687" actId="20577"/>
        <pc:sldMkLst>
          <pc:docMk/>
          <pc:sldMk cId="3225319693" sldId="289"/>
        </pc:sldMkLst>
        <pc:spChg chg="mod">
          <ac:chgData name="심규진(컴퓨터공학과)" userId="2b7dfa0c-af93-4b58-afd3-2643c9a14859" providerId="ADAL" clId="{B00FB3F8-D0CC-4996-9E04-23E206BD43F8}" dt="2025-02-23T05:37:00.437" v="6269" actId="20577"/>
          <ac:spMkLst>
            <pc:docMk/>
            <pc:sldMk cId="3225319693" sldId="289"/>
            <ac:spMk id="3" creationId="{01386202-32BD-B9F3-906B-210943110188}"/>
          </ac:spMkLst>
        </pc:spChg>
        <pc:spChg chg="add mod">
          <ac:chgData name="심규진(컴퓨터공학과)" userId="2b7dfa0c-af93-4b58-afd3-2643c9a14859" providerId="ADAL" clId="{B00FB3F8-D0CC-4996-9E04-23E206BD43F8}" dt="2025-02-23T05:39:45.975" v="6416" actId="14100"/>
          <ac:spMkLst>
            <pc:docMk/>
            <pc:sldMk cId="3225319693" sldId="289"/>
            <ac:spMk id="8" creationId="{5DAF0C11-BC3C-AEB9-3717-4CE18058F60B}"/>
          </ac:spMkLst>
        </pc:spChg>
        <pc:spChg chg="add mod">
          <ac:chgData name="심규진(컴퓨터공학과)" userId="2b7dfa0c-af93-4b58-afd3-2643c9a14859" providerId="ADAL" clId="{B00FB3F8-D0CC-4996-9E04-23E206BD43F8}" dt="2025-02-23T05:40:00.156" v="6444" actId="1076"/>
          <ac:spMkLst>
            <pc:docMk/>
            <pc:sldMk cId="3225319693" sldId="289"/>
            <ac:spMk id="9" creationId="{020C060D-498D-BE0E-1039-2C2E191405C3}"/>
          </ac:spMkLst>
        </pc:spChg>
        <pc:spChg chg="add mod">
          <ac:chgData name="심규진(컴퓨터공학과)" userId="2b7dfa0c-af93-4b58-afd3-2643c9a14859" providerId="ADAL" clId="{B00FB3F8-D0CC-4996-9E04-23E206BD43F8}" dt="2025-02-23T05:39:53.261" v="6418" actId="14100"/>
          <ac:spMkLst>
            <pc:docMk/>
            <pc:sldMk cId="3225319693" sldId="289"/>
            <ac:spMk id="10" creationId="{3B3EF911-E301-D41F-BEAF-82889B466BCB}"/>
          </ac:spMkLst>
        </pc:spChg>
        <pc:spChg chg="add mod">
          <ac:chgData name="심규진(컴퓨터공학과)" userId="2b7dfa0c-af93-4b58-afd3-2643c9a14859" providerId="ADAL" clId="{B00FB3F8-D0CC-4996-9E04-23E206BD43F8}" dt="2025-02-23T05:40:02.892" v="6445" actId="1076"/>
          <ac:spMkLst>
            <pc:docMk/>
            <pc:sldMk cId="3225319693" sldId="289"/>
            <ac:spMk id="11" creationId="{1A6E0953-592A-983A-F17B-33692FF850B5}"/>
          </ac:spMkLst>
        </pc:spChg>
        <pc:spChg chg="add mod">
          <ac:chgData name="심규진(컴퓨터공학과)" userId="2b7dfa0c-af93-4b58-afd3-2643c9a14859" providerId="ADAL" clId="{B00FB3F8-D0CC-4996-9E04-23E206BD43F8}" dt="2025-02-23T05:40:23.555" v="6450" actId="14100"/>
          <ac:spMkLst>
            <pc:docMk/>
            <pc:sldMk cId="3225319693" sldId="289"/>
            <ac:spMk id="15" creationId="{7ED0B3A2-6FBF-5098-BF53-CC5207D91486}"/>
          </ac:spMkLst>
        </pc:spChg>
        <pc:spChg chg="add mod">
          <ac:chgData name="심규진(컴퓨터공학과)" userId="2b7dfa0c-af93-4b58-afd3-2643c9a14859" providerId="ADAL" clId="{B00FB3F8-D0CC-4996-9E04-23E206BD43F8}" dt="2025-02-23T05:40:28.346" v="6467" actId="20577"/>
          <ac:spMkLst>
            <pc:docMk/>
            <pc:sldMk cId="3225319693" sldId="289"/>
            <ac:spMk id="16" creationId="{0F522734-D006-E053-1153-611C03B93274}"/>
          </ac:spMkLst>
        </pc:spChg>
        <pc:spChg chg="add mod">
          <ac:chgData name="심규진(컴퓨터공학과)" userId="2b7dfa0c-af93-4b58-afd3-2643c9a14859" providerId="ADAL" clId="{B00FB3F8-D0CC-4996-9E04-23E206BD43F8}" dt="2025-02-23T06:56:04.204" v="7652" actId="1076"/>
          <ac:spMkLst>
            <pc:docMk/>
            <pc:sldMk cId="3225319693" sldId="289"/>
            <ac:spMk id="23" creationId="{EA72DDC6-F33A-26F2-C6A3-9568E184F4AD}"/>
          </ac:spMkLst>
        </pc:spChg>
        <pc:spChg chg="add mod">
          <ac:chgData name="심규진(컴퓨터공학과)" userId="2b7dfa0c-af93-4b58-afd3-2643c9a14859" providerId="ADAL" clId="{B00FB3F8-D0CC-4996-9E04-23E206BD43F8}" dt="2025-02-23T06:56:11.816" v="7687" actId="20577"/>
          <ac:spMkLst>
            <pc:docMk/>
            <pc:sldMk cId="3225319693" sldId="289"/>
            <ac:spMk id="24" creationId="{8E7B1178-27E5-533F-20EB-246FC5BBEFDE}"/>
          </ac:spMkLst>
        </pc:spChg>
        <pc:picChg chg="add mod ord">
          <ac:chgData name="심규진(컴퓨터공학과)" userId="2b7dfa0c-af93-4b58-afd3-2643c9a14859" providerId="ADAL" clId="{B00FB3F8-D0CC-4996-9E04-23E206BD43F8}" dt="2025-02-23T06:38:12.036" v="7259" actId="167"/>
          <ac:picMkLst>
            <pc:docMk/>
            <pc:sldMk cId="3225319693" sldId="289"/>
            <ac:picMk id="18" creationId="{FAE579C3-1641-808C-7F87-70C1FA26C94D}"/>
          </ac:picMkLst>
        </pc:picChg>
        <pc:picChg chg="add mod">
          <ac:chgData name="심규진(컴퓨터공학과)" userId="2b7dfa0c-af93-4b58-afd3-2643c9a14859" providerId="ADAL" clId="{B00FB3F8-D0CC-4996-9E04-23E206BD43F8}" dt="2025-02-23T06:55:30.035" v="7645" actId="1076"/>
          <ac:picMkLst>
            <pc:docMk/>
            <pc:sldMk cId="3225319693" sldId="289"/>
            <ac:picMk id="22" creationId="{87A9494E-B4D8-7980-AF0A-984A1756EE99}"/>
          </ac:picMkLst>
        </pc:picChg>
      </pc:sldChg>
      <pc:sldChg chg="addSp delSp modSp add mod">
        <pc:chgData name="심규진(컴퓨터공학과)" userId="2b7dfa0c-af93-4b58-afd3-2643c9a14859" providerId="ADAL" clId="{B00FB3F8-D0CC-4996-9E04-23E206BD43F8}" dt="2025-02-23T06:55:38.600" v="7648" actId="1076"/>
        <pc:sldMkLst>
          <pc:docMk/>
          <pc:sldMk cId="4209695017" sldId="290"/>
        </pc:sldMkLst>
        <pc:spChg chg="mod">
          <ac:chgData name="심규진(컴퓨터공학과)" userId="2b7dfa0c-af93-4b58-afd3-2643c9a14859" providerId="ADAL" clId="{B00FB3F8-D0CC-4996-9E04-23E206BD43F8}" dt="2025-02-23T05:43:09.173" v="6787" actId="20577"/>
          <ac:spMkLst>
            <pc:docMk/>
            <pc:sldMk cId="4209695017" sldId="290"/>
            <ac:spMk id="3" creationId="{0D7C2B63-BE7B-115A-FEEB-13031522AA86}"/>
          </ac:spMkLst>
        </pc:spChg>
        <pc:picChg chg="add mod modCrop">
          <ac:chgData name="심규진(컴퓨터공학과)" userId="2b7dfa0c-af93-4b58-afd3-2643c9a14859" providerId="ADAL" clId="{B00FB3F8-D0CC-4996-9E04-23E206BD43F8}" dt="2025-02-23T06:39:11.462" v="7270" actId="14100"/>
          <ac:picMkLst>
            <pc:docMk/>
            <pc:sldMk cId="4209695017" sldId="290"/>
            <ac:picMk id="10" creationId="{04BC53B7-25DF-893C-C285-7E7327792EF5}"/>
          </ac:picMkLst>
        </pc:picChg>
        <pc:picChg chg="add mod">
          <ac:chgData name="심규진(컴퓨터공학과)" userId="2b7dfa0c-af93-4b58-afd3-2643c9a14859" providerId="ADAL" clId="{B00FB3F8-D0CC-4996-9E04-23E206BD43F8}" dt="2025-02-23T06:39:39.633" v="7277" actId="1076"/>
          <ac:picMkLst>
            <pc:docMk/>
            <pc:sldMk cId="4209695017" sldId="290"/>
            <ac:picMk id="13" creationId="{CB93D13B-27A2-7C7E-20F3-829F02586C20}"/>
          </ac:picMkLst>
        </pc:picChg>
        <pc:picChg chg="add mod">
          <ac:chgData name="심규진(컴퓨터공학과)" userId="2b7dfa0c-af93-4b58-afd3-2643c9a14859" providerId="ADAL" clId="{B00FB3F8-D0CC-4996-9E04-23E206BD43F8}" dt="2025-02-23T06:55:38.600" v="7648" actId="1076"/>
          <ac:picMkLst>
            <pc:docMk/>
            <pc:sldMk cId="4209695017" sldId="290"/>
            <ac:picMk id="14" creationId="{855CF128-35B4-C2F7-7628-FED813355EE6}"/>
          </ac:picMkLst>
        </pc:picChg>
      </pc:sldChg>
      <pc:sldChg chg="addSp delSp modSp add del mod">
        <pc:chgData name="심규진(컴퓨터공학과)" userId="2b7dfa0c-af93-4b58-afd3-2643c9a14859" providerId="ADAL" clId="{B00FB3F8-D0CC-4996-9E04-23E206BD43F8}" dt="2025-02-23T06:56:37.151" v="7688" actId="47"/>
        <pc:sldMkLst>
          <pc:docMk/>
          <pc:sldMk cId="1011664339" sldId="291"/>
        </pc:sldMkLst>
      </pc:sldChg>
      <pc:sldChg chg="addSp delSp modSp add mod">
        <pc:chgData name="심규진(컴퓨터공학과)" userId="2b7dfa0c-af93-4b58-afd3-2643c9a14859" providerId="ADAL" clId="{B00FB3F8-D0CC-4996-9E04-23E206BD43F8}" dt="2025-02-23T06:47:45.175" v="7610" actId="478"/>
        <pc:sldMkLst>
          <pc:docMk/>
          <pc:sldMk cId="1736483986" sldId="292"/>
        </pc:sldMkLst>
        <pc:spChg chg="mod">
          <ac:chgData name="심규진(컴퓨터공학과)" userId="2b7dfa0c-af93-4b58-afd3-2643c9a14859" providerId="ADAL" clId="{B00FB3F8-D0CC-4996-9E04-23E206BD43F8}" dt="2025-02-23T06:47:31.889" v="7607" actId="20577"/>
          <ac:spMkLst>
            <pc:docMk/>
            <pc:sldMk cId="1736483986" sldId="292"/>
            <ac:spMk id="3" creationId="{337828F3-8827-60C4-EFC5-BB9052C2FC64}"/>
          </ac:spMkLst>
        </pc:spChg>
        <pc:spChg chg="mod ord">
          <ac:chgData name="심규진(컴퓨터공학과)" userId="2b7dfa0c-af93-4b58-afd3-2643c9a14859" providerId="ADAL" clId="{B00FB3F8-D0CC-4996-9E04-23E206BD43F8}" dt="2025-02-23T06:47:41.666" v="7609" actId="166"/>
          <ac:spMkLst>
            <pc:docMk/>
            <pc:sldMk cId="1736483986" sldId="292"/>
            <ac:spMk id="9" creationId="{A5247E02-30B6-4752-1DAD-270A6F271C74}"/>
          </ac:spMkLst>
        </pc:spChg>
        <pc:picChg chg="add mod">
          <ac:chgData name="심규진(컴퓨터공학과)" userId="2b7dfa0c-af93-4b58-afd3-2643c9a14859" providerId="ADAL" clId="{B00FB3F8-D0CC-4996-9E04-23E206BD43F8}" dt="2025-02-23T06:45:19.611" v="7385" actId="1076"/>
          <ac:picMkLst>
            <pc:docMk/>
            <pc:sldMk cId="1736483986" sldId="292"/>
            <ac:picMk id="5" creationId="{88FC6EEE-2794-7769-1CE7-9FEB107B8EC1}"/>
          </ac:picMkLst>
        </pc:picChg>
      </pc:sldChg>
      <pc:sldChg chg="add">
        <pc:chgData name="심규진(컴퓨터공학과)" userId="2b7dfa0c-af93-4b58-afd3-2643c9a14859" providerId="ADAL" clId="{B00FB3F8-D0CC-4996-9E04-23E206BD43F8}" dt="2025-02-23T06:41:50.660" v="7300" actId="2890"/>
        <pc:sldMkLst>
          <pc:docMk/>
          <pc:sldMk cId="3393055416" sldId="293"/>
        </pc:sldMkLst>
      </pc:sldChg>
      <pc:sldChg chg="addSp delSp modSp add mod ord">
        <pc:chgData name="심규진(컴퓨터공학과)" userId="2b7dfa0c-af93-4b58-afd3-2643c9a14859" providerId="ADAL" clId="{B00FB3F8-D0CC-4996-9E04-23E206BD43F8}" dt="2025-02-23T06:56:53.237" v="7693" actId="20577"/>
        <pc:sldMkLst>
          <pc:docMk/>
          <pc:sldMk cId="679832302" sldId="294"/>
        </pc:sldMkLst>
        <pc:spChg chg="mod">
          <ac:chgData name="심규진(컴퓨터공학과)" userId="2b7dfa0c-af93-4b58-afd3-2643c9a14859" providerId="ADAL" clId="{B00FB3F8-D0CC-4996-9E04-23E206BD43F8}" dt="2025-02-23T06:56:53.237" v="7693" actId="20577"/>
          <ac:spMkLst>
            <pc:docMk/>
            <pc:sldMk cId="679832302" sldId="294"/>
            <ac:spMk id="3" creationId="{00A08DF4-8E18-BD82-C259-7F922BFAA2BC}"/>
          </ac:spMkLst>
        </pc:spChg>
        <pc:spChg chg="mod">
          <ac:chgData name="심규진(컴퓨터공학과)" userId="2b7dfa0c-af93-4b58-afd3-2643c9a14859" providerId="ADAL" clId="{B00FB3F8-D0CC-4996-9E04-23E206BD43F8}" dt="2025-02-23T06:45:42.606" v="7395" actId="1076"/>
          <ac:spMkLst>
            <pc:docMk/>
            <pc:sldMk cId="679832302" sldId="294"/>
            <ac:spMk id="9" creationId="{BAF8E1BB-603E-65AA-7FB1-860555A5B5A8}"/>
          </ac:spMkLst>
        </pc:spChg>
        <pc:spChg chg="add mod">
          <ac:chgData name="심규진(컴퓨터공학과)" userId="2b7dfa0c-af93-4b58-afd3-2643c9a14859" providerId="ADAL" clId="{B00FB3F8-D0CC-4996-9E04-23E206BD43F8}" dt="2025-02-23T06:46:57.785" v="7507" actId="1076"/>
          <ac:spMkLst>
            <pc:docMk/>
            <pc:sldMk cId="679832302" sldId="294"/>
            <ac:spMk id="10" creationId="{7376F592-E35F-A820-ADDC-A9375964F2E5}"/>
          </ac:spMkLst>
        </pc:spChg>
        <pc:picChg chg="add mod ord">
          <ac:chgData name="심규진(컴퓨터공학과)" userId="2b7dfa0c-af93-4b58-afd3-2643c9a14859" providerId="ADAL" clId="{B00FB3F8-D0CC-4996-9E04-23E206BD43F8}" dt="2025-02-23T06:45:40.330" v="7394" actId="1076"/>
          <ac:picMkLst>
            <pc:docMk/>
            <pc:sldMk cId="679832302" sldId="294"/>
            <ac:picMk id="6" creationId="{9AFCA020-96D7-CCDE-296E-863E1CFC4979}"/>
          </ac:picMkLst>
        </pc:picChg>
        <pc:picChg chg="add mod">
          <ac:chgData name="심규진(컴퓨터공학과)" userId="2b7dfa0c-af93-4b58-afd3-2643c9a14859" providerId="ADAL" clId="{B00FB3F8-D0CC-4996-9E04-23E206BD43F8}" dt="2025-02-23T06:46:49.249" v="7505" actId="1076"/>
          <ac:picMkLst>
            <pc:docMk/>
            <pc:sldMk cId="679832302" sldId="294"/>
            <ac:picMk id="8" creationId="{41AB0A04-97AF-7E23-B517-693E36056D6F}"/>
          </ac:picMkLst>
        </pc:picChg>
      </pc:sldChg>
      <pc:sldChg chg="modSp new mod">
        <pc:chgData name="심규진(컴퓨터공학과)" userId="2b7dfa0c-af93-4b58-afd3-2643c9a14859" providerId="ADAL" clId="{B00FB3F8-D0CC-4996-9E04-23E206BD43F8}" dt="2025-02-23T07:03:45.792" v="8131" actId="20577"/>
        <pc:sldMkLst>
          <pc:docMk/>
          <pc:sldMk cId="31590319" sldId="295"/>
        </pc:sldMkLst>
        <pc:spChg chg="mod">
          <ac:chgData name="심규진(컴퓨터공학과)" userId="2b7dfa0c-af93-4b58-afd3-2643c9a14859" providerId="ADAL" clId="{B00FB3F8-D0CC-4996-9E04-23E206BD43F8}" dt="2025-02-23T07:03:09.076" v="8125" actId="1076"/>
          <ac:spMkLst>
            <pc:docMk/>
            <pc:sldMk cId="31590319" sldId="295"/>
            <ac:spMk id="2" creationId="{40D7B2FC-3F2C-5D6A-5DE9-46561FEF007B}"/>
          </ac:spMkLst>
        </pc:spChg>
        <pc:spChg chg="mod">
          <ac:chgData name="심규진(컴퓨터공학과)" userId="2b7dfa0c-af93-4b58-afd3-2643c9a14859" providerId="ADAL" clId="{B00FB3F8-D0CC-4996-9E04-23E206BD43F8}" dt="2025-02-23T07:03:45.792" v="8131" actId="20577"/>
          <ac:spMkLst>
            <pc:docMk/>
            <pc:sldMk cId="31590319" sldId="295"/>
            <ac:spMk id="3" creationId="{FCBD78E3-C632-4D41-0C8C-646ADFE49B85}"/>
          </ac:spMkLst>
        </pc:spChg>
      </pc:sldChg>
    </pc:docChg>
  </pc:docChgLst>
  <pc:docChgLst>
    <pc:chgData name="심규진(컴퓨터공학과)" userId="2b7dfa0c-af93-4b58-afd3-2643c9a14859" providerId="ADAL" clId="{D27058F1-B931-4721-8980-16B30C56BCF4}"/>
    <pc:docChg chg="custSel addSld modSld sldOrd">
      <pc:chgData name="심규진(컴퓨터공학과)" userId="2b7dfa0c-af93-4b58-afd3-2643c9a14859" providerId="ADAL" clId="{D27058F1-B931-4721-8980-16B30C56BCF4}" dt="2025-02-26T07:47:36.276" v="436"/>
      <pc:docMkLst>
        <pc:docMk/>
      </pc:docMkLst>
      <pc:sldChg chg="addSp delSp modSp add mod ord">
        <pc:chgData name="심규진(컴퓨터공학과)" userId="2b7dfa0c-af93-4b58-afd3-2643c9a14859" providerId="ADAL" clId="{D27058F1-B931-4721-8980-16B30C56BCF4}" dt="2025-02-26T07:47:36.276" v="436"/>
        <pc:sldMkLst>
          <pc:docMk/>
          <pc:sldMk cId="1386230171" sldId="296"/>
        </pc:sldMkLst>
        <pc:spChg chg="mod">
          <ac:chgData name="심규진(컴퓨터공학과)" userId="2b7dfa0c-af93-4b58-afd3-2643c9a14859" providerId="ADAL" clId="{D27058F1-B931-4721-8980-16B30C56BCF4}" dt="2025-02-26T07:46:45.844" v="434"/>
          <ac:spMkLst>
            <pc:docMk/>
            <pc:sldMk cId="1386230171" sldId="296"/>
            <ac:spMk id="2" creationId="{ED771379-C60A-5E7C-9880-138258BCC9F6}"/>
          </ac:spMkLst>
        </pc:spChg>
        <pc:spChg chg="del mod">
          <ac:chgData name="심규진(컴퓨터공학과)" userId="2b7dfa0c-af93-4b58-afd3-2643c9a14859" providerId="ADAL" clId="{D27058F1-B931-4721-8980-16B30C56BCF4}" dt="2025-02-26T07:38:50.705" v="9" actId="22"/>
          <ac:spMkLst>
            <pc:docMk/>
            <pc:sldMk cId="1386230171" sldId="296"/>
            <ac:spMk id="3" creationId="{C142899B-37CA-9620-139D-C66B1B4CA574}"/>
          </ac:spMkLst>
        </pc:spChg>
        <pc:spChg chg="add mod">
          <ac:chgData name="심규진(컴퓨터공학과)" userId="2b7dfa0c-af93-4b58-afd3-2643c9a14859" providerId="ADAL" clId="{D27058F1-B931-4721-8980-16B30C56BCF4}" dt="2025-02-26T07:43:58.625" v="414" actId="20577"/>
          <ac:spMkLst>
            <pc:docMk/>
            <pc:sldMk cId="1386230171" sldId="296"/>
            <ac:spMk id="7" creationId="{A5080D71-F14C-C225-9F6E-95C52B23D7DE}"/>
          </ac:spMkLst>
        </pc:spChg>
        <pc:spChg chg="mod">
          <ac:chgData name="심규진(컴퓨터공학과)" userId="2b7dfa0c-af93-4b58-afd3-2643c9a14859" providerId="ADAL" clId="{D27058F1-B931-4721-8980-16B30C56BCF4}" dt="2025-02-26T07:39:07.968" v="14" actId="1076"/>
          <ac:spMkLst>
            <pc:docMk/>
            <pc:sldMk cId="1386230171" sldId="296"/>
            <ac:spMk id="9" creationId="{7F7DB9C3-33C5-A2F5-8068-3D0B9B7E8BC2}"/>
          </ac:spMkLst>
        </pc:spChg>
        <pc:picChg chg="del">
          <ac:chgData name="심규진(컴퓨터공학과)" userId="2b7dfa0c-af93-4b58-afd3-2643c9a14859" providerId="ADAL" clId="{D27058F1-B931-4721-8980-16B30C56BCF4}" dt="2025-02-26T07:38:28.362" v="8" actId="478"/>
          <ac:picMkLst>
            <pc:docMk/>
            <pc:sldMk cId="1386230171" sldId="296"/>
            <ac:picMk id="5" creationId="{A1776364-E230-8CC0-AFF8-61271309B7C4}"/>
          </ac:picMkLst>
        </pc:picChg>
        <pc:picChg chg="add mod ord">
          <ac:chgData name="심규진(컴퓨터공학과)" userId="2b7dfa0c-af93-4b58-afd3-2643c9a14859" providerId="ADAL" clId="{D27058F1-B931-4721-8980-16B30C56BCF4}" dt="2025-02-26T07:39:07.968" v="14" actId="1076"/>
          <ac:picMkLst>
            <pc:docMk/>
            <pc:sldMk cId="1386230171" sldId="296"/>
            <ac:picMk id="6" creationId="{C46720CA-37F0-0100-8BE2-9644E3634FA7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08:48:24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857 429 24473,'-1'16'0,"0"1"0,0 0 0,-2 0 0,0-1 0,0 1 0,-1-1 0,-1 0 0,-1 0 0,0 0 0,-1-1 0,0 0 0,-1 0 0,0-1 0,-2 1 0,1-2 0,-1 1 0,-1-1 0,0-1 0,-1 1 0,0-2 0,0 0 0,-1 0 0,-1-1 0,0 0 0,0-1 0,0-1 0,-1 0 0,0 0 0,-1-2 0,1 1 0,-1-2 0,0 0 0,-1-1 0,1 0 0,-1-1 0,1-1 0,-1 0 0,0-1 0,0-1 0,1 0 0,-1-1 0,0-1 0,0 0 0,1-1 0,-1-1 0,1 0 0,0-1 0,0 0 0,0-2 0,1 1 0,0-2 0,0 0 0,1 0 0,-1-1 0,2-1 0,-1 0 0,1-1 0,1 0 0,-1 0 0,2-2 0,0 1 0,0-1 0,1-1 0,0 1 0,1-2 0,1 1 0,0-1 0,0 0 0,2 0 0,-1-1 0,2 0 0,0 0 0,1 0 0,0-1 0,1 1 0,1-1 0,0 0 0,1 0 0,1 1 0,0-1 0,1 0 0,1 0 0,0 1 0,1-1 0,1 1 0,0-1 0,1 1 0,0 0 0,2 1 0,-1-1 0,2 1 0,0 0 0,0 1 0,1 0 0,1 0 0,0 0 0,1 1 0,0 1 0,0 0 0,2 0 0,-1 1 0,1 0 0,1 1 0,-1 1 0,2-1 0,-1 2 0,1 0 0,0 1 0,0 0 0,1 1 0,0 0 0,0 1 0,0 1 0,1 1 0,-1 0 0,1 0 0,0 2 0,0 0 0,-1 0 0,1 2 0,0 0 0,0 0 0,-1 2 0,1 0 0,-1 0 0,1 1 0,-1 1 0,0 1 0,-1 0 0,1 1 0,-1 0 0,0 1 0,-1 0 0,0 2 0,0-1 0,0 1 0,-1 1 0,-1 0 0,0 1 0,0 0 0,-1 0 0,0 1 0,-1 1 0,-1 0 0,1 0 0,-2 0 0,0 1 0,-1 0 0,0 1 0,-1-1 0,0 1 0,-1 0 0,-1 1 0,-1-1 0,0 1 0,0-1 0,-2 1 0,0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08:48:37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 23524,'920'-36'0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5C9CC-D919-4B6E-A5BF-E397B4AF80F2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B4C54-CEF8-4CAE-8636-FEE7837C8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914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932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F1F5B-F618-D382-CD6B-75DF3B0C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6FA50D-C603-763E-46D9-268E40B6B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A468ED-5F11-5B58-ED72-52EE2C144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7236D-BE36-50DF-845D-078F4D297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410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C032C-04C5-FDB4-79CB-00B61C4DA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886422-25B0-C68D-BE59-17F125869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4414C0-FA40-3635-926B-80D182183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EC38DF-38AC-0F3E-717C-964A7B387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660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77AB-19DC-FEA7-5BD1-371764CB7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E03BF0-555F-0239-6F13-335B46451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F5BAC5-B8EF-680C-5A91-9FE68310C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39991F-6E59-6425-082F-E257FF1CE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487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F21F3-85FE-BF23-BBFB-606E46C94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B3E982-743B-431B-27B0-A72545B4F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04D48B-4BD4-03CF-955B-BB47D131D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0A5E24-7541-9284-2787-0C7D619C1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363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411DC-DD4A-0ED8-D4C3-7A45BFDE5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754EF8-BE7E-BEDF-0691-C7371E019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43F3C4-A791-56AB-2F0B-DC2781D9F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BE467D-F9B2-573F-5CD6-DEE3D149B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607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0A351-04B8-797B-2511-4CCCA1ED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818B31-EE0E-EEB4-8BC2-C91326777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8B77F5-026A-B14F-BC4E-41F904372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DE77E-0ED6-82BC-4234-0A47F2414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999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8767B-A2E3-1FA1-C73E-8274A8A69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2A6AF5-2378-C1C0-1103-4352F1FF3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12E39B-6DC1-9810-F6B8-D059A58B4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4F7F42-95B6-3F6B-2CD9-20FC6EF5B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213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28B1-0772-0DF9-5FA7-C6B2475F9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536433-8325-57CE-82E5-25CECFF97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B128AA-0DF3-1AC4-98FF-2314CF392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26B035-E4B6-A788-0E91-299C632AE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023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E83B8-7580-E827-569C-2C7E5DBCC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25BE66-F2FE-BB4B-423E-698AE97A5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C1F1E2-5955-04E5-DCB7-E67ECC72A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F3FD1B-8677-4739-0838-0581D356A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205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E0C22-41FE-6E36-C967-5A960E8F7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FB895-7E6E-26AA-7A54-23FE1B1D6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687F97-7E44-5E68-6A11-915CA55D8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CDA0B0-C030-5A0E-DA3C-32D0DFA65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B4C54-CEF8-4CAE-8636-FEE7837C8A3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085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E41359-8C3B-85A9-6230-CC33A572C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8016D4-9BA8-E3CA-0A8C-A6AB90E9E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07D3E8-CF77-BF78-0E66-A9C7135AA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032BB2-B15E-6644-2AC2-D63F0732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F3BABD-8AB1-6FF9-045E-A5698222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2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CC408-9DBF-0C61-BF7E-F350BD6B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B25F00-6247-0894-BAEA-44473AD27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A80B4E-CE1C-06FA-8E88-BF1D95E0F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68816-B307-94DA-4CD7-200FF11D6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ADDD2-4352-0EF4-7224-C41E30A2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59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96E18-2E50-0B90-D647-6481770F2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6370F1-26B1-C9B5-3798-B1B5B0435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018848-324D-4332-5CD3-74C151A35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948EC4-4D3D-0670-334D-1465CD629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905701-60A0-7F49-2A4E-208003B9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579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842987-0E13-A5A5-20A7-9F0DED776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8D2A16-1B82-3983-B908-FDEAE8196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7C4B87-9934-99CE-791F-BBE058233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C09F7F-40E7-A5F9-4360-F3A596BF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D25187-0426-82BB-4E4E-123581BB1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7BB19D-5901-E847-82B4-7903CBFE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471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0B366-F62B-3C1F-9EEA-14D308426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1F17ED-E94A-D513-1149-F9857E128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1A914B-7599-D1C3-7E41-DB9924E99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AC938B-DE35-8FAE-C3AC-3852D0DC40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B4EACD-F7C9-BDAF-BCBF-F3F1F6B42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838E50-72F7-7045-147C-2991E4F54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93C5F2-05F0-128F-AA31-6C29BC72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6F9AFDC-C44F-2E24-6876-89324908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49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0BD52-E501-6DC5-5600-1BA17E4F8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AA33BD-6282-1617-015E-675214BE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CE34CE-7931-7589-EB82-62C6C35E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EF15DE-632B-CC5F-AA34-A2B12C237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53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D2B4914-295E-973F-3ED5-D6E9A035F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E5C711-C87F-ECB8-AE87-592A5C93C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F3E600-A7A2-B816-A8DA-6D10610A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36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6BEF4C-2B4A-A0CB-6CAA-1547D45D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99C8CB-5302-2F3A-5A71-B12E30176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217291-321B-B3AE-3A33-0FD6809D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6173BA-ACE9-F483-6A08-3C958B6D2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EA0A2C-6404-C6B1-2CBC-9E029A7E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F158E0-7584-C52C-C923-903802AC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805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DA5E2-E7D3-70F9-9BF2-699B6A163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15024A8-5940-C3B2-D35A-41135B269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B51158-DADE-E1EF-6502-9EA77B1AE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D8579C-37E7-8F52-26F0-24AB5C5DF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1A8464-65FA-DBB6-E283-DF3823230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9578D1-DF32-D8CA-7BE6-D209575BF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781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88D6B-F381-65A8-9E2B-967BB9916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1129F6-4D6D-68C1-A717-0835DD033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C2BD85-211F-D3FE-55B0-FF19EAE8D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270942-EB1E-B845-6F32-53E99769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D37F06-5267-31DC-FECB-D7ED281FA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04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F516DE0-50C2-1663-54F7-CA98156F8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B472FB-03AF-2688-BE84-52B404E64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DAE95-46E2-AD48-AC3A-062B99D2E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6EA484-A044-AA4E-4265-87FE0F13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78C6AD-BAE3-3BE7-4A4B-8CE68447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76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2BF9AE-EEE5-1ECE-AA1A-0999B9EF8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C62069-42A0-6A26-8360-93BEB53C0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AF72E-73F2-8344-9EBD-AC879B3B93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C5ACCD-B425-4344-86DD-A14DB9FA4967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964B31-0E3C-CE99-8C87-87F25C7FA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403E75-E665-0863-8EAB-AE0F41288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E38CCC-B174-4993-9427-7932B1128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268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vs/17/release/vs_community.ex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customXml" Target="../ink/ink2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windows/package-manager/winget/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jijinlee.blogspot.kr/2017/08/mac-gnu.html" TargetMode="External"/><Relationship Id="rId2" Type="http://schemas.openxmlformats.org/officeDocument/2006/relationships/hyperlink" Target="http://thdev.net/13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C59A02-2073-57FF-A37D-A9E774CFFB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altLang="ko-KR" sz="4000" dirty="0"/>
            </a:br>
            <a:r>
              <a:rPr lang="en-US" altLang="ko-KR" sz="4000" dirty="0"/>
              <a:t>C </a:t>
            </a:r>
            <a:r>
              <a:rPr lang="ko-KR" altLang="en-US" sz="4000" dirty="0"/>
              <a:t>개발 환경 문서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CD19E0-1B27-35C8-089B-D6B977535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(2026 2</a:t>
            </a:r>
            <a:r>
              <a:rPr lang="ko-KR" altLang="en-US" dirty="0"/>
              <a:t>학기</a:t>
            </a:r>
            <a:r>
              <a:rPr lang="en-US" altLang="ko-KR" sz="2400" dirty="0"/>
              <a:t> CSED103</a:t>
            </a:r>
            <a:r>
              <a:rPr lang="ko-KR" altLang="en-US" sz="2400" dirty="0"/>
              <a:t> 프로그래밍 입문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0267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DBD3F5-2985-4734-9CAA-1E2C7508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C24DE6-2DA7-70AF-9E83-D20D58359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3985241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Windows </a:t>
            </a:r>
            <a:r>
              <a:rPr lang="ko-KR" altLang="en-US" sz="1600" dirty="0"/>
              <a:t>사용자</a:t>
            </a:r>
            <a:endParaRPr lang="en-US" altLang="ko-KR" sz="1600" dirty="0"/>
          </a:p>
          <a:p>
            <a:pPr lvl="1"/>
            <a:r>
              <a:rPr lang="en-US" altLang="ko-KR" sz="1400" b="1" dirty="0">
                <a:solidFill>
                  <a:srgbClr val="FF0000"/>
                </a:solidFill>
              </a:rPr>
              <a:t>Visual studio 2022</a:t>
            </a:r>
          </a:p>
          <a:p>
            <a:pPr lvl="1"/>
            <a:r>
              <a:rPr lang="en-US" altLang="ko-KR" sz="1400" dirty="0" err="1"/>
              <a:t>VSCode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b="1" dirty="0">
                <a:solidFill>
                  <a:srgbClr val="FF0000"/>
                </a:solidFill>
              </a:rPr>
              <a:t>과제는 </a:t>
            </a:r>
            <a:r>
              <a:rPr lang="en-US" altLang="ko-KR" sz="1600" b="1" dirty="0">
                <a:solidFill>
                  <a:srgbClr val="FF0000"/>
                </a:solidFill>
              </a:rPr>
              <a:t>Windows</a:t>
            </a:r>
            <a:r>
              <a:rPr lang="ko-KR" altLang="en-US" sz="1600" b="1" dirty="0">
                <a:solidFill>
                  <a:srgbClr val="FF0000"/>
                </a:solidFill>
              </a:rPr>
              <a:t>의 </a:t>
            </a:r>
            <a:r>
              <a:rPr lang="en-US" altLang="ko-KR" sz="1600" b="1" dirty="0">
                <a:solidFill>
                  <a:srgbClr val="FF0000"/>
                </a:solidFill>
              </a:rPr>
              <a:t>Visual Studio 2022</a:t>
            </a:r>
            <a:r>
              <a:rPr lang="ko-KR" altLang="en-US" sz="1600" b="1" dirty="0">
                <a:solidFill>
                  <a:srgbClr val="FF0000"/>
                </a:solidFill>
              </a:rPr>
              <a:t> 환경에서 채점합니다</a:t>
            </a:r>
            <a:r>
              <a:rPr lang="en-US" altLang="ko-KR" sz="1600" b="1" dirty="0">
                <a:solidFill>
                  <a:srgbClr val="FF0000"/>
                </a:solidFill>
              </a:rPr>
              <a:t>. </a:t>
            </a:r>
            <a:r>
              <a:rPr lang="ko-KR" altLang="en-US" sz="1600" b="1" dirty="0">
                <a:solidFill>
                  <a:srgbClr val="FF0000"/>
                </a:solidFill>
              </a:rPr>
              <a:t>다른 개발환경에서 과제를 진행하여</a:t>
            </a:r>
            <a:r>
              <a:rPr lang="en-US" altLang="ko-KR" sz="1600" b="1" dirty="0">
                <a:solidFill>
                  <a:srgbClr val="FF0000"/>
                </a:solidFill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</a:rPr>
              <a:t>정상 동작했더라도 반드시 정해진 채점 환경에서 정확히 동작하는지 확인해야 합니다</a:t>
            </a:r>
            <a:r>
              <a:rPr lang="en-US" altLang="ko-KR" sz="1600" b="1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600" b="1" dirty="0">
                <a:solidFill>
                  <a:srgbClr val="FF0000"/>
                </a:solidFill>
              </a:rPr>
              <a:t>처음부터 </a:t>
            </a:r>
            <a:r>
              <a:rPr lang="en-US" altLang="ko-KR" sz="1600" b="1" dirty="0">
                <a:solidFill>
                  <a:srgbClr val="FF0000"/>
                </a:solidFill>
              </a:rPr>
              <a:t>Windows</a:t>
            </a:r>
            <a:r>
              <a:rPr lang="ko-KR" altLang="en-US" sz="1600" b="1" dirty="0">
                <a:solidFill>
                  <a:srgbClr val="FF0000"/>
                </a:solidFill>
              </a:rPr>
              <a:t>의 </a:t>
            </a:r>
            <a:r>
              <a:rPr lang="en-US" altLang="ko-KR" sz="1600" b="1" dirty="0">
                <a:solidFill>
                  <a:srgbClr val="FF0000"/>
                </a:solidFill>
              </a:rPr>
              <a:t>Visual Studio 2022 </a:t>
            </a:r>
            <a:r>
              <a:rPr lang="ko-KR" altLang="en-US" sz="1600" b="1" dirty="0">
                <a:solidFill>
                  <a:srgbClr val="FF0000"/>
                </a:solidFill>
              </a:rPr>
              <a:t>환경에서 진행하는 것을 권장합니다</a:t>
            </a:r>
            <a:r>
              <a:rPr lang="en-US" altLang="ko-KR" sz="1600" b="1" dirty="0">
                <a:solidFill>
                  <a:srgbClr val="FF0000"/>
                </a:solidFill>
              </a:rPr>
              <a:t>. </a:t>
            </a:r>
            <a:r>
              <a:rPr lang="ko-KR" altLang="en-US" sz="1600" b="1" dirty="0">
                <a:solidFill>
                  <a:srgbClr val="FF0000"/>
                </a:solidFill>
              </a:rPr>
              <a:t>이 자료는 </a:t>
            </a:r>
            <a:r>
              <a:rPr lang="en-US" altLang="ko-KR" sz="1600" b="1" dirty="0">
                <a:solidFill>
                  <a:srgbClr val="FF0000"/>
                </a:solidFill>
              </a:rPr>
              <a:t>Windows</a:t>
            </a:r>
            <a:r>
              <a:rPr lang="ko-KR" altLang="en-US" sz="1600" b="1" dirty="0">
                <a:solidFill>
                  <a:srgbClr val="FF0000"/>
                </a:solidFill>
              </a:rPr>
              <a:t>의 </a:t>
            </a:r>
            <a:r>
              <a:rPr lang="en-US" altLang="ko-KR" sz="1600" b="1" dirty="0">
                <a:solidFill>
                  <a:srgbClr val="FF0000"/>
                </a:solidFill>
              </a:rPr>
              <a:t>VS2022</a:t>
            </a:r>
            <a:r>
              <a:rPr lang="ko-KR" altLang="en-US" sz="1600" b="1" dirty="0">
                <a:solidFill>
                  <a:srgbClr val="FF0000"/>
                </a:solidFill>
              </a:rPr>
              <a:t>를 가장 자세하게 설명합니다</a:t>
            </a:r>
            <a:r>
              <a:rPr lang="en-US" altLang="ko-KR" sz="1600" b="1" dirty="0">
                <a:solidFill>
                  <a:srgbClr val="FF0000"/>
                </a:solidFill>
              </a:rPr>
              <a:t>.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023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188AD-150E-3A6E-71D4-E7F97B7D04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Visual Studio 2022 Setup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508CD9A-ACB2-4BE0-52EF-241ABD98BC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(Windows)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0507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F2F86-BC15-6E54-9F83-E3F83A08B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6C38865-55BA-2A0F-D388-AF8359F32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175" y="2394167"/>
            <a:ext cx="6893650" cy="427287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933E42E-5424-66B6-AF1C-A4368B5D1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C111E7-A4F8-2FEC-8C80-911313E5F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Visual Studio 2022 download </a:t>
            </a:r>
            <a:r>
              <a:rPr lang="ko-KR" altLang="en-US" sz="1600" dirty="0"/>
              <a:t>검색 혹은 </a:t>
            </a:r>
            <a:br>
              <a:rPr lang="en-US" altLang="ko-KR" sz="1600" dirty="0"/>
            </a:br>
            <a:r>
              <a:rPr lang="ko-KR" altLang="en-US" sz="1600"/>
              <a:t>다운로드 링크</a:t>
            </a:r>
            <a:r>
              <a:rPr lang="en-US" altLang="ko-KR" sz="1600"/>
              <a:t>: </a:t>
            </a:r>
            <a:r>
              <a:rPr lang="en-US" altLang="ko-KR" sz="1600" dirty="0">
                <a:hlinkClick r:id="rId3"/>
              </a:rPr>
              <a:t>https://aka.ms/vs/17/release/vs_community.exe</a:t>
            </a:r>
            <a:r>
              <a:rPr lang="en-US" altLang="ko-KR" sz="1600" dirty="0"/>
              <a:t> </a:t>
            </a:r>
          </a:p>
          <a:p>
            <a:r>
              <a:rPr lang="ko-KR" altLang="en-US" sz="1600" dirty="0"/>
              <a:t>아래 </a:t>
            </a:r>
            <a:r>
              <a:rPr lang="en-US" altLang="ko-KR" sz="1600" dirty="0"/>
              <a:t>Community </a:t>
            </a:r>
            <a:r>
              <a:rPr lang="ko-KR" altLang="en-US" sz="1600" dirty="0"/>
              <a:t>버전 다운로드 클릭</a:t>
            </a:r>
            <a:endParaRPr lang="en-US" altLang="ko-KR" sz="1600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7AD4F7-0D2F-C925-06BD-08F391437FFE}"/>
              </a:ext>
            </a:extLst>
          </p:cNvPr>
          <p:cNvSpPr/>
          <p:nvPr/>
        </p:nvSpPr>
        <p:spPr>
          <a:xfrm>
            <a:off x="3051394" y="4858328"/>
            <a:ext cx="1742279" cy="12284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673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C0FA3-F791-0B0E-A3FE-06ED873CB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F3D6C-7EFD-FC8C-9C9C-69A30841A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175388-7696-5D1F-0EF1-BBFF37CA9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다운로드한 </a:t>
            </a:r>
            <a:r>
              <a:rPr lang="en-US" altLang="ko-KR" sz="1600" dirty="0"/>
              <a:t>VisualStudioSetup.exe </a:t>
            </a:r>
            <a:r>
              <a:rPr lang="ko-KR" altLang="en-US" sz="1600" dirty="0"/>
              <a:t>실행</a:t>
            </a:r>
            <a:r>
              <a:rPr lang="en-US" altLang="ko-KR" sz="1600" dirty="0"/>
              <a:t> </a:t>
            </a:r>
            <a:r>
              <a:rPr lang="ko-KR" altLang="en-US" sz="1600" dirty="0"/>
              <a:t>후 계속 진행 </a:t>
            </a:r>
            <a:r>
              <a:rPr lang="en-US" altLang="ko-KR" sz="1600" dirty="0"/>
              <a:t>(Visual Studio Installer </a:t>
            </a:r>
            <a:r>
              <a:rPr lang="ko-KR" altLang="en-US" sz="1600" dirty="0"/>
              <a:t>설치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설치 완료 후 아래 사진처럼 </a:t>
            </a:r>
            <a:r>
              <a:rPr lang="en-US" altLang="ko-KR" sz="1600" dirty="0"/>
              <a:t>C++</a:t>
            </a:r>
            <a:r>
              <a:rPr lang="ko-KR" altLang="en-US" sz="1600" dirty="0"/>
              <a:t>을 사용한 데스크톱 개발 항목 체크 </a:t>
            </a:r>
            <a:r>
              <a:rPr lang="en-US" altLang="ko-KR" sz="1600" dirty="0"/>
              <a:t>-&gt;</a:t>
            </a:r>
            <a:r>
              <a:rPr lang="ko-KR" altLang="en-US" sz="1600" dirty="0"/>
              <a:t> 설치 버튼 클릭</a:t>
            </a:r>
            <a:endParaRPr lang="en-US" altLang="ko-KR" sz="1600" dirty="0"/>
          </a:p>
          <a:p>
            <a:endParaRPr lang="ko-KR" altLang="en-US" sz="1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42550B3-B9FB-2C9A-F5B7-4ABB3C4E3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036" y="1968282"/>
            <a:ext cx="8220364" cy="462395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17D2BB5-0CFA-3B81-F283-D00AE6BF654C}"/>
              </a:ext>
            </a:extLst>
          </p:cNvPr>
          <p:cNvSpPr/>
          <p:nvPr/>
        </p:nvSpPr>
        <p:spPr>
          <a:xfrm>
            <a:off x="2031998" y="4280260"/>
            <a:ext cx="2761673" cy="774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C32B62-32C8-4EDB-325F-72DEEAE224DD}"/>
              </a:ext>
            </a:extLst>
          </p:cNvPr>
          <p:cNvSpPr/>
          <p:nvPr/>
        </p:nvSpPr>
        <p:spPr>
          <a:xfrm>
            <a:off x="9199418" y="5846618"/>
            <a:ext cx="738910" cy="6650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949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47499-3454-40D8-FECA-06DB1BBBE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8765D-1F0B-FDD7-888B-E960297E2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52AFD-2C0B-4332-78E6-EAB0F9FA1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다운로드한 </a:t>
            </a:r>
            <a:r>
              <a:rPr lang="en-US" altLang="ko-KR" sz="1600" dirty="0"/>
              <a:t>VisualStudioSetup.exe </a:t>
            </a:r>
            <a:r>
              <a:rPr lang="ko-KR" altLang="en-US" sz="1600" dirty="0"/>
              <a:t>실행</a:t>
            </a:r>
            <a:r>
              <a:rPr lang="en-US" altLang="ko-KR" sz="1600" dirty="0"/>
              <a:t> </a:t>
            </a:r>
            <a:r>
              <a:rPr lang="ko-KR" altLang="en-US" sz="1600" dirty="0"/>
              <a:t>후 계속 진행 </a:t>
            </a:r>
            <a:r>
              <a:rPr lang="en-US" altLang="ko-KR" sz="1600" dirty="0"/>
              <a:t>(Visual Studio Installer </a:t>
            </a:r>
            <a:r>
              <a:rPr lang="ko-KR" altLang="en-US" sz="1600" dirty="0"/>
              <a:t>설치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설치 완료 후 </a:t>
            </a:r>
            <a:r>
              <a:rPr lang="en-US" altLang="ko-KR" sz="1600" dirty="0"/>
              <a:t>C++</a:t>
            </a:r>
            <a:r>
              <a:rPr lang="ko-KR" altLang="en-US" sz="1600" dirty="0"/>
              <a:t>을 사용한 데스크톱 개발 항목 체크 </a:t>
            </a:r>
            <a:r>
              <a:rPr lang="en-US" altLang="ko-KR" sz="1600" dirty="0"/>
              <a:t>-&gt;</a:t>
            </a:r>
            <a:r>
              <a:rPr lang="ko-KR" altLang="en-US" sz="1600" dirty="0"/>
              <a:t> 설치 버튼 클릭</a:t>
            </a:r>
            <a:endParaRPr lang="en-US" altLang="ko-KR" sz="1600" dirty="0"/>
          </a:p>
          <a:p>
            <a:endParaRPr lang="ko-KR" altLang="en-US" sz="16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C42954D-73E9-8416-5328-CD87656F9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7" y="2124858"/>
            <a:ext cx="7481454" cy="42083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2E63AF-A6DB-E06D-CD08-ABE3EBAED5D4}"/>
              </a:ext>
            </a:extLst>
          </p:cNvPr>
          <p:cNvSpPr txBox="1"/>
          <p:nvPr/>
        </p:nvSpPr>
        <p:spPr>
          <a:xfrm>
            <a:off x="803564" y="63331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다운로드 중 화면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2E0EE50-94A8-B386-206D-0972CB4FF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795" y="3429000"/>
            <a:ext cx="4157709" cy="12269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80F4B6-3AC9-38C1-EF9B-F9B2ED381F00}"/>
              </a:ext>
            </a:extLst>
          </p:cNvPr>
          <p:cNvSpPr txBox="1"/>
          <p:nvPr/>
        </p:nvSpPr>
        <p:spPr>
          <a:xfrm>
            <a:off x="8011246" y="4778372"/>
            <a:ext cx="37108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다운로드 완료 후</a:t>
            </a:r>
            <a:endParaRPr lang="en-US" altLang="ko-KR" dirty="0"/>
          </a:p>
          <a:p>
            <a:pPr algn="ctr"/>
            <a:r>
              <a:rPr lang="ko-KR" altLang="en-US" dirty="0" err="1"/>
              <a:t>재부팅하는</a:t>
            </a:r>
            <a:r>
              <a:rPr lang="ko-KR" altLang="en-US" dirty="0"/>
              <a:t> 것이 좋습니다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7198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88D9E-6DD2-19C0-FBB1-24C49477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56F44F-08A9-7875-41D0-83F2C8CD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937226-AA85-32D9-3BBF-F7C36A7C1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Visual Studio 2022</a:t>
            </a:r>
            <a:r>
              <a:rPr lang="ko-KR" altLang="en-US" sz="1600" dirty="0"/>
              <a:t>를 검색하여 실행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44CB672-0DF1-FF3D-286D-CCA98A1D0F41}"/>
              </a:ext>
            </a:extLst>
          </p:cNvPr>
          <p:cNvGrpSpPr/>
          <p:nvPr/>
        </p:nvGrpSpPr>
        <p:grpSpPr>
          <a:xfrm>
            <a:off x="3274290" y="1631735"/>
            <a:ext cx="5643419" cy="5053908"/>
            <a:chOff x="2586181" y="2165525"/>
            <a:chExt cx="5006110" cy="448317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993E6ED-3C04-7B63-AE6D-08FA00DB6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6181" y="2165525"/>
              <a:ext cx="5006110" cy="4483172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2639563-716E-D62F-C6AE-1C344D28C5A2}"/>
                </a:ext>
              </a:extLst>
            </p:cNvPr>
            <p:cNvSpPr/>
            <p:nvPr/>
          </p:nvSpPr>
          <p:spPr>
            <a:xfrm>
              <a:off x="2955636" y="3272506"/>
              <a:ext cx="1958110" cy="41280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78677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F1B57-CF3D-4B95-6AA8-726CD789F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8BD9D-AB71-A22D-A74C-06FA11A3D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987CF-F5BF-523F-FBC6-D350120EC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로그인하지 않을 거라면 </a:t>
            </a:r>
            <a:r>
              <a:rPr lang="en-US" altLang="ko-KR" sz="1600" dirty="0"/>
              <a:t>Skip and add accounts later</a:t>
            </a:r>
            <a:r>
              <a:rPr lang="ko-KR" altLang="en-US" sz="1600" dirty="0"/>
              <a:t>를 클릭합니다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91B307-931E-BFD4-4CC7-9B763416A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2" y="1734344"/>
            <a:ext cx="9248775" cy="471487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2150ED8-1312-5EA4-AC5C-0C3DD1457372}"/>
              </a:ext>
            </a:extLst>
          </p:cNvPr>
          <p:cNvSpPr/>
          <p:nvPr/>
        </p:nvSpPr>
        <p:spPr>
          <a:xfrm>
            <a:off x="7726009" y="4948588"/>
            <a:ext cx="2207390" cy="3623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84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AB44A-B099-16C9-A13D-2BC25F0AE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9406061-5CFA-6B96-89B6-174643F2E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2" y="1947718"/>
            <a:ext cx="9248775" cy="47148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B7AF4F4-9BB1-8069-1338-9F34E819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393CB1-3874-0251-65AA-02E4F32AF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b="1" dirty="0"/>
              <a:t>개발 환경을 </a:t>
            </a:r>
            <a:r>
              <a:rPr lang="en-US" altLang="ko-KR" sz="1600" b="1" dirty="0"/>
              <a:t>Visual C++</a:t>
            </a:r>
            <a:r>
              <a:rPr lang="ko-KR" altLang="en-US" sz="1600" b="1" dirty="0"/>
              <a:t>로 선택</a:t>
            </a:r>
            <a:r>
              <a:rPr lang="ko-KR" altLang="en-US" sz="1600" dirty="0"/>
              <a:t>한 후 테마를 원하는 것으로 선택합니다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Visual Studio </a:t>
            </a:r>
            <a:r>
              <a:rPr lang="ko-KR" altLang="en-US" sz="1600" dirty="0"/>
              <a:t>시작 버튼을 클릭합니다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B52546-5760-B6C9-996C-13B207EA9E4D}"/>
              </a:ext>
            </a:extLst>
          </p:cNvPr>
          <p:cNvSpPr/>
          <p:nvPr/>
        </p:nvSpPr>
        <p:spPr>
          <a:xfrm>
            <a:off x="7097936" y="2750333"/>
            <a:ext cx="3514646" cy="33641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670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8CD98-F5B5-8BA5-8B40-DC61BB33C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C9FD2-ECFF-4641-AFC0-5BEACB744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 </a:t>
            </a:r>
            <a:r>
              <a:rPr lang="ko-KR" altLang="en-US" dirty="0"/>
              <a:t>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DA6669-3AC6-57E9-25E1-528511E79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새 프로젝트 만들기를 클릭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F56626-ED0F-A56D-9762-0685F3F5D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545" y="2068468"/>
            <a:ext cx="6834910" cy="454986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CF1BF91-AA2F-01A8-1051-D9AD51A82B66}"/>
              </a:ext>
            </a:extLst>
          </p:cNvPr>
          <p:cNvSpPr/>
          <p:nvPr/>
        </p:nvSpPr>
        <p:spPr>
          <a:xfrm>
            <a:off x="6807200" y="4479635"/>
            <a:ext cx="2512291" cy="6557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22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D88E4-9FD8-2468-16C2-3C86D8E55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0F177A0-267E-931E-210A-15A34641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164" y="1957863"/>
            <a:ext cx="7333672" cy="488188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88490E0-3A87-FF6C-B127-A50206469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 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944326-5967-F2C0-62CF-9B3D73E35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Windows </a:t>
            </a:r>
            <a:r>
              <a:rPr lang="ko-KR" altLang="en-US" sz="1600" dirty="0"/>
              <a:t>데스크톱 마법사 클릭 </a:t>
            </a:r>
            <a:r>
              <a:rPr lang="en-US" altLang="ko-KR" sz="1600" dirty="0"/>
              <a:t>-&gt; </a:t>
            </a:r>
            <a:r>
              <a:rPr lang="ko-KR" altLang="en-US" sz="1600" dirty="0"/>
              <a:t>다음 버튼 클릭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F81D1A-40FB-DC4D-89B9-F7BB6D85DE1C}"/>
              </a:ext>
            </a:extLst>
          </p:cNvPr>
          <p:cNvSpPr/>
          <p:nvPr/>
        </p:nvSpPr>
        <p:spPr>
          <a:xfrm>
            <a:off x="5636490" y="4560454"/>
            <a:ext cx="3812310" cy="6557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E308D7-2B86-C261-5D84-B17504C0DBCB}"/>
              </a:ext>
            </a:extLst>
          </p:cNvPr>
          <p:cNvSpPr/>
          <p:nvPr/>
        </p:nvSpPr>
        <p:spPr>
          <a:xfrm>
            <a:off x="8866909" y="6324599"/>
            <a:ext cx="895927" cy="4456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401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C412A-2C42-EC7D-6CB7-B2571DCB9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481E98F7-51DF-8B12-D2C0-334B7B16E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165" y="1871517"/>
            <a:ext cx="7333669" cy="48818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ACF8866-9296-D224-73F3-E0D8BB62E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 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DBEFBD-73F0-C34B-3C49-0AEB865BC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원하는 프로젝트 이름으로 수정 </a:t>
            </a:r>
            <a:r>
              <a:rPr lang="en-US" altLang="ko-KR" sz="1600" dirty="0"/>
              <a:t>-&gt; </a:t>
            </a:r>
            <a:r>
              <a:rPr lang="ko-KR" altLang="en-US" sz="1600" dirty="0"/>
              <a:t>프로젝트 폴더 저장 위치 선택 </a:t>
            </a:r>
            <a:r>
              <a:rPr lang="en-US" altLang="ko-KR" sz="1600" dirty="0"/>
              <a:t>-&gt; </a:t>
            </a:r>
            <a:r>
              <a:rPr lang="ko-KR" altLang="en-US" sz="1600" dirty="0"/>
              <a:t>만들기 버튼 클릭</a:t>
            </a:r>
            <a:endParaRPr lang="en-US" altLang="ko-KR" sz="1600" dirty="0"/>
          </a:p>
          <a:p>
            <a:r>
              <a:rPr lang="en-US" altLang="ko-KR" sz="1600" dirty="0"/>
              <a:t>(</a:t>
            </a:r>
            <a:r>
              <a:rPr lang="ko-KR" altLang="en-US" sz="1600" b="1" dirty="0"/>
              <a:t>프로젝트 이름과 프로젝트 저장 위치 경로에는 한글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띄어쓰기가 없는 것을 권장</a:t>
            </a:r>
            <a:r>
              <a:rPr lang="en-US" altLang="ko-KR" sz="1600" dirty="0"/>
              <a:t>, </a:t>
            </a:r>
            <a:r>
              <a:rPr lang="ko-KR" altLang="en-US" sz="1600" dirty="0"/>
              <a:t>그렇지 않을 경우 오류 가능성 있음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B2C909-100B-BEE6-ACAA-8BD45134ACEB}"/>
              </a:ext>
            </a:extLst>
          </p:cNvPr>
          <p:cNvSpPr/>
          <p:nvPr/>
        </p:nvSpPr>
        <p:spPr>
          <a:xfrm>
            <a:off x="2560780" y="2773217"/>
            <a:ext cx="4098637" cy="4687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72A031-BDD5-F3ED-5FA4-8832BB382CE9}"/>
              </a:ext>
            </a:extLst>
          </p:cNvPr>
          <p:cNvSpPr/>
          <p:nvPr/>
        </p:nvSpPr>
        <p:spPr>
          <a:xfrm>
            <a:off x="6659418" y="3340865"/>
            <a:ext cx="415638" cy="353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716FD0E-0FB5-162C-B6B1-2AA52CF661EC}"/>
              </a:ext>
            </a:extLst>
          </p:cNvPr>
          <p:cNvSpPr/>
          <p:nvPr/>
        </p:nvSpPr>
        <p:spPr>
          <a:xfrm>
            <a:off x="8922327" y="6300097"/>
            <a:ext cx="692728" cy="353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198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1ABFA-7D91-4ED2-C830-839FFEB1B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1E491D69-051A-6D87-905A-5F674183A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2234767"/>
            <a:ext cx="4762500" cy="41433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7F18AD2-7EA6-028B-89F1-FABB1DA92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 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B362E1-61F4-4CF9-6C14-05594289C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추가 옵션에서 빈 프로젝트 선택 </a:t>
            </a:r>
            <a:r>
              <a:rPr lang="en-US" altLang="ko-KR" sz="1600" dirty="0"/>
              <a:t>-&gt; </a:t>
            </a:r>
            <a:r>
              <a:rPr lang="ko-KR" altLang="en-US" sz="1600" dirty="0"/>
              <a:t>확인 버튼 클릭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C7D455-774E-93AE-A270-1155DDA3B492}"/>
              </a:ext>
            </a:extLst>
          </p:cNvPr>
          <p:cNvSpPr/>
          <p:nvPr/>
        </p:nvSpPr>
        <p:spPr>
          <a:xfrm>
            <a:off x="3909288" y="3837707"/>
            <a:ext cx="1549403" cy="3806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378B8A-C19B-45D3-3D7D-C460C2421AEB}"/>
              </a:ext>
            </a:extLst>
          </p:cNvPr>
          <p:cNvSpPr/>
          <p:nvPr/>
        </p:nvSpPr>
        <p:spPr>
          <a:xfrm>
            <a:off x="6779491" y="5890102"/>
            <a:ext cx="803564" cy="353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576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CD6AC-D4E5-26E2-3579-CC142E29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E9BDA9-1416-13FD-3535-4DDE09596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 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73DF44-053C-76D4-A6A7-3351C06BE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첫 시작화면에서 업데이트 내역 등은 탭 닫기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FFAD125-1499-11E8-22BC-615C04F7A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364" y="1797051"/>
            <a:ext cx="8959272" cy="481560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4A2EE7B-EA36-3830-315A-EDD6C0E2E9DC}"/>
              </a:ext>
            </a:extLst>
          </p:cNvPr>
          <p:cNvSpPr/>
          <p:nvPr/>
        </p:nvSpPr>
        <p:spPr>
          <a:xfrm>
            <a:off x="3241963" y="2101208"/>
            <a:ext cx="655782" cy="1801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180AA2-3FB0-C260-CE72-D2CB26930AEB}"/>
              </a:ext>
            </a:extLst>
          </p:cNvPr>
          <p:cNvSpPr/>
          <p:nvPr/>
        </p:nvSpPr>
        <p:spPr>
          <a:xfrm>
            <a:off x="1616363" y="2101208"/>
            <a:ext cx="1625599" cy="1801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889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7F514-BDDA-DA54-34C9-00990C47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B384F-2BD1-CFB7-6FAC-BB78237E9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 </a:t>
            </a:r>
            <a:r>
              <a:rPr lang="ko-KR" altLang="en-US" dirty="0"/>
              <a:t>코드 작성 및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81E240-5498-8A5B-D911-95F1C1A8D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좌측 솔루션 탐색기</a:t>
            </a:r>
            <a:r>
              <a:rPr lang="en-US" altLang="ko-KR" sz="1600" dirty="0"/>
              <a:t>(</a:t>
            </a:r>
            <a:r>
              <a:rPr lang="en-US" altLang="ko-KR" sz="1600" dirty="0" err="1"/>
              <a:t>Ctrl+Alt+L</a:t>
            </a:r>
            <a:r>
              <a:rPr lang="en-US" altLang="ko-KR" sz="1600" dirty="0"/>
              <a:t>)</a:t>
            </a:r>
            <a:r>
              <a:rPr lang="ko-KR" altLang="en-US" sz="1600" dirty="0"/>
              <a:t>에서 소스파일 </a:t>
            </a:r>
            <a:r>
              <a:rPr lang="ko-KR" altLang="en-US" sz="1600" dirty="0" err="1"/>
              <a:t>우클릭</a:t>
            </a:r>
            <a:r>
              <a:rPr lang="ko-KR" altLang="en-US" sz="1600" dirty="0"/>
              <a:t> </a:t>
            </a:r>
            <a:r>
              <a:rPr lang="en-US" altLang="ko-KR" sz="1600" dirty="0"/>
              <a:t>– </a:t>
            </a:r>
            <a:r>
              <a:rPr lang="ko-KR" altLang="en-US" sz="1600" dirty="0"/>
              <a:t>추가 </a:t>
            </a:r>
            <a:r>
              <a:rPr lang="en-US" altLang="ko-KR" sz="1600" dirty="0"/>
              <a:t>– </a:t>
            </a:r>
            <a:r>
              <a:rPr lang="ko-KR" altLang="en-US" sz="1600" dirty="0"/>
              <a:t>새 항목 클릭</a:t>
            </a:r>
            <a:endParaRPr lang="en-US" altLang="ko-KR" sz="1600" dirty="0"/>
          </a:p>
          <a:p>
            <a:r>
              <a:rPr lang="ko-KR" altLang="en-US" sz="1600" dirty="0"/>
              <a:t>원하는 파일 이름과 확장자</a:t>
            </a:r>
            <a:r>
              <a:rPr lang="en-US" altLang="ko-KR" sz="1600" dirty="0"/>
              <a:t>(.c)</a:t>
            </a:r>
            <a:r>
              <a:rPr lang="ko-KR" altLang="en-US" sz="1600" dirty="0"/>
              <a:t>를 입력 후 추가 버튼 클릭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89D0D9C-B0DC-DEE5-4ACD-8E789BBB3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09" y="2090836"/>
            <a:ext cx="7934036" cy="474890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CD1291F-8180-9E34-1C8F-53588D71DBEB}"/>
              </a:ext>
            </a:extLst>
          </p:cNvPr>
          <p:cNvSpPr/>
          <p:nvPr/>
        </p:nvSpPr>
        <p:spPr>
          <a:xfrm>
            <a:off x="803563" y="3712421"/>
            <a:ext cx="6918037" cy="4110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822CE0D-9C27-A423-1DE1-C47CFA38D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044" y="2165588"/>
            <a:ext cx="3724275" cy="111442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793DBA9-3907-6B73-E311-2AC2BE7EA1A2}"/>
              </a:ext>
            </a:extLst>
          </p:cNvPr>
          <p:cNvSpPr/>
          <p:nvPr/>
        </p:nvSpPr>
        <p:spPr>
          <a:xfrm>
            <a:off x="10391775" y="2877728"/>
            <a:ext cx="863600" cy="4110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210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D3B2D-405E-1433-5B78-162AA727E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A416973-0382-B8FA-19B9-2402C287A5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46406" b="46676"/>
          <a:stretch/>
        </p:blipFill>
        <p:spPr>
          <a:xfrm>
            <a:off x="133350" y="2420620"/>
            <a:ext cx="6534150" cy="349440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7BB1B91-9B5D-ED17-9AD3-703B24559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 코드 작성 및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87DB54-3BA8-34F2-A490-CEF39A0A1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좌측 솔루션 탐색기에 </a:t>
            </a:r>
            <a:r>
              <a:rPr lang="en-US" altLang="ko-KR" sz="1600" dirty="0" err="1"/>
              <a:t>hello_world.c</a:t>
            </a:r>
            <a:r>
              <a:rPr lang="ko-KR" altLang="en-US" sz="1600" dirty="0"/>
              <a:t>가 추가된 것을 확인</a:t>
            </a:r>
            <a:endParaRPr lang="en-US" altLang="ko-KR" sz="1600" dirty="0"/>
          </a:p>
          <a:p>
            <a:r>
              <a:rPr lang="ko-KR" altLang="en-US" sz="1600" dirty="0"/>
              <a:t>클릭하면 오른쪽에 편집기가 열림 </a:t>
            </a:r>
            <a:r>
              <a:rPr lang="en-US" altLang="ko-KR" sz="1600" dirty="0"/>
              <a:t>(</a:t>
            </a:r>
            <a:r>
              <a:rPr lang="ko-KR" altLang="en-US" sz="1600" dirty="0"/>
              <a:t>이 곳에 오른쪽 그림과 같이 코드 작성</a:t>
            </a:r>
            <a:r>
              <a:rPr lang="en-US" altLang="ko-KR" sz="1600" dirty="0"/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581296-01B7-5C6B-53B0-11F384F6EC41}"/>
              </a:ext>
            </a:extLst>
          </p:cNvPr>
          <p:cNvSpPr/>
          <p:nvPr/>
        </p:nvSpPr>
        <p:spPr>
          <a:xfrm>
            <a:off x="574963" y="4026635"/>
            <a:ext cx="1672937" cy="1643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D68B46-BCAD-8130-89A0-D79003A53A61}"/>
              </a:ext>
            </a:extLst>
          </p:cNvPr>
          <p:cNvSpPr/>
          <p:nvPr/>
        </p:nvSpPr>
        <p:spPr>
          <a:xfrm>
            <a:off x="2394238" y="3016985"/>
            <a:ext cx="4149437" cy="8215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C1B6BC9-0099-E480-D91E-9B9746A4FC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606"/>
          <a:stretch/>
        </p:blipFill>
        <p:spPr>
          <a:xfrm>
            <a:off x="6809871" y="2858073"/>
            <a:ext cx="5248779" cy="264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468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5DA9-C854-5203-2B1B-E55DBB9D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D56809B-B278-4837-7EBC-352AF77983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040"/>
          <a:stretch/>
        </p:blipFill>
        <p:spPr>
          <a:xfrm>
            <a:off x="2221355" y="2263773"/>
            <a:ext cx="7749290" cy="417253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1E27466-3882-E77A-C32E-6569EFFE8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 코드 작성 및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4C81F2-14DD-B53B-2CAE-8DC7DF91E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작성한 코드를 실행파일로 만들기 위해 빌드</a:t>
            </a:r>
            <a:r>
              <a:rPr lang="en-US" altLang="ko-KR" sz="1600" dirty="0"/>
              <a:t>(</a:t>
            </a:r>
            <a:r>
              <a:rPr lang="ko-KR" altLang="en-US" sz="1600" dirty="0"/>
              <a:t>컴파일</a:t>
            </a:r>
            <a:r>
              <a:rPr lang="en-US" altLang="ko-KR" sz="1600" dirty="0"/>
              <a:t>+</a:t>
            </a:r>
            <a:r>
              <a:rPr lang="ko-KR" altLang="en-US" sz="1600" dirty="0"/>
              <a:t>링크</a:t>
            </a:r>
            <a:r>
              <a:rPr lang="en-US" altLang="ko-KR" sz="1600" dirty="0"/>
              <a:t>)</a:t>
            </a:r>
            <a:r>
              <a:rPr lang="ko-KR" altLang="en-US" sz="1600" dirty="0"/>
              <a:t> 과정 필요</a:t>
            </a:r>
            <a:endParaRPr lang="en-US" altLang="ko-KR" sz="1600" dirty="0"/>
          </a:p>
          <a:p>
            <a:pPr lvl="1"/>
            <a:r>
              <a:rPr lang="ko-KR" altLang="en-US" sz="1400" dirty="0"/>
              <a:t>빌드 </a:t>
            </a:r>
            <a:r>
              <a:rPr lang="en-US" altLang="ko-KR" sz="1400" dirty="0"/>
              <a:t>– </a:t>
            </a:r>
            <a:r>
              <a:rPr lang="ko-KR" altLang="en-US" sz="1400" dirty="0"/>
              <a:t>솔루션 빌드 클릭</a:t>
            </a:r>
            <a:endParaRPr lang="en-US" altLang="ko-KR" sz="1400" dirty="0"/>
          </a:p>
          <a:p>
            <a:endParaRPr lang="en-US" altLang="ko-KR" sz="16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23DB39-C08D-1B9C-50DC-36AAF2A2B580}"/>
              </a:ext>
            </a:extLst>
          </p:cNvPr>
          <p:cNvSpPr/>
          <p:nvPr/>
        </p:nvSpPr>
        <p:spPr>
          <a:xfrm>
            <a:off x="5421158" y="2275445"/>
            <a:ext cx="4444712" cy="5124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558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032E-95B8-8389-D072-DE9359351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0BDE4-784E-79E7-3687-F936F56FF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 코드 작성 및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1C8B0F-59B7-3C00-53D6-C50A21E7D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“</a:t>
            </a:r>
            <a:r>
              <a:rPr lang="ko-KR" altLang="en-US" sz="1600" dirty="0"/>
              <a:t>프로젝트 폴더</a:t>
            </a:r>
            <a:r>
              <a:rPr lang="en-US" altLang="ko-KR" sz="1600" dirty="0"/>
              <a:t>\x64\Debug”</a:t>
            </a:r>
            <a:r>
              <a:rPr lang="ko-KR" altLang="en-US" sz="1600" dirty="0"/>
              <a:t>의</a:t>
            </a:r>
            <a:r>
              <a:rPr lang="en-US" altLang="ko-KR" sz="1600" dirty="0"/>
              <a:t> .exe </a:t>
            </a:r>
            <a:r>
              <a:rPr lang="ko-KR" altLang="en-US" sz="1600" dirty="0"/>
              <a:t>파일을 터미널</a:t>
            </a:r>
            <a:r>
              <a:rPr lang="en-US" altLang="ko-KR" sz="1600" dirty="0"/>
              <a:t>(</a:t>
            </a:r>
            <a:r>
              <a:rPr lang="en-US" altLang="ko-KR" sz="1600" dirty="0" err="1"/>
              <a:t>cmd</a:t>
            </a:r>
            <a:r>
              <a:rPr lang="en-US" altLang="ko-KR" sz="1600" dirty="0"/>
              <a:t>) </a:t>
            </a:r>
            <a:r>
              <a:rPr lang="ko-KR" altLang="en-US" sz="1600" dirty="0"/>
              <a:t>등에서</a:t>
            </a:r>
            <a:r>
              <a:rPr lang="en-US" altLang="ko-KR" sz="1600" dirty="0"/>
              <a:t> </a:t>
            </a:r>
            <a:r>
              <a:rPr lang="ko-KR" altLang="en-US" sz="1600" dirty="0"/>
              <a:t>실행하면 코드에 따른 결과 확인 가능</a:t>
            </a:r>
            <a:endParaRPr lang="en-US" altLang="ko-KR" sz="1600" dirty="0"/>
          </a:p>
          <a:p>
            <a:pPr lvl="1"/>
            <a:r>
              <a:rPr lang="ko-KR" altLang="en-US" sz="1400" dirty="0"/>
              <a:t>위 파일을 마우스로 클릭하여 실행할 경우 시작하자마자 바로 종료됨 </a:t>
            </a:r>
            <a:r>
              <a:rPr lang="en-US" altLang="ko-KR" sz="1400" dirty="0"/>
              <a:t>(</a:t>
            </a:r>
            <a:r>
              <a:rPr lang="ko-KR" altLang="en-US" sz="1400" dirty="0"/>
              <a:t>정상 동작임</a:t>
            </a:r>
            <a:r>
              <a:rPr lang="en-US" altLang="ko-KR" sz="1400" dirty="0"/>
              <a:t>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3E33030-84C6-D816-1619-6DD78774C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706" y="3121819"/>
            <a:ext cx="6182588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40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8583-AB16-5DCC-EC66-A415B172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E9F7B-69CB-C87D-761D-1B7B45988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 코드 작성 및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42CF09-FF03-509B-EB58-ED3498E6F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디버그 </a:t>
            </a:r>
            <a:r>
              <a:rPr lang="en-US" altLang="ko-KR" sz="1600" dirty="0"/>
              <a:t>– </a:t>
            </a:r>
            <a:r>
              <a:rPr lang="ko-KR" altLang="en-US" sz="1600" dirty="0" err="1"/>
              <a:t>디버그하지</a:t>
            </a:r>
            <a:r>
              <a:rPr lang="ko-KR" altLang="en-US" sz="1600" dirty="0"/>
              <a:t> 않고 시작 </a:t>
            </a:r>
            <a:r>
              <a:rPr lang="en-US" altLang="ko-KR" sz="1600" dirty="0"/>
              <a:t>(Ctrl+f5)</a:t>
            </a:r>
            <a:r>
              <a:rPr lang="ko-KR" altLang="en-US" sz="1600" dirty="0"/>
              <a:t> 으로 실행할 경우 빌드와 실행을 한 번에 같이 할 수 있음</a:t>
            </a:r>
            <a:endParaRPr lang="en-US" altLang="ko-KR" sz="1400" dirty="0"/>
          </a:p>
          <a:p>
            <a:endParaRPr lang="en-US" altLang="ko-KR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59F7A72-0A8D-D7F5-4B2E-C6DD0F03E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25" y="2578894"/>
            <a:ext cx="9831172" cy="160995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58CDFE-824F-6BA4-FAD0-02F04D499C34}"/>
              </a:ext>
            </a:extLst>
          </p:cNvPr>
          <p:cNvSpPr/>
          <p:nvPr/>
        </p:nvSpPr>
        <p:spPr>
          <a:xfrm>
            <a:off x="5013613" y="2578893"/>
            <a:ext cx="3206462" cy="11859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16CB57-3786-BA99-80A6-817F2BF1E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03" y="4624305"/>
            <a:ext cx="10526594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448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E92E-42B5-759A-BBB5-76D3134CD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EA1A9-63EF-40E6-0BEB-0CD0FB05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 디버깅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AC7C6-0942-83EA-CD73-9AC38BD7B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디버깅이란</a:t>
            </a:r>
            <a:r>
              <a:rPr lang="en-US" altLang="ko-KR" sz="1600" dirty="0"/>
              <a:t>?: breakpoint</a:t>
            </a:r>
            <a:r>
              <a:rPr lang="ko-KR" altLang="en-US" sz="1600" dirty="0"/>
              <a:t>를 설정하고</a:t>
            </a:r>
            <a:r>
              <a:rPr lang="en-US" altLang="ko-KR" sz="1600" dirty="0"/>
              <a:t>, </a:t>
            </a:r>
            <a:r>
              <a:rPr lang="ko-KR" altLang="en-US" sz="1600" dirty="0"/>
              <a:t>프로그램이 실행될 때 </a:t>
            </a:r>
            <a:r>
              <a:rPr lang="en-US" altLang="ko-KR" sz="1600" b="1" dirty="0"/>
              <a:t>breakpoint</a:t>
            </a:r>
            <a:r>
              <a:rPr lang="ko-KR" altLang="en-US" sz="1600" b="1" dirty="0"/>
              <a:t> 코드 위치 이전</a:t>
            </a:r>
            <a:r>
              <a:rPr lang="ko-KR" altLang="en-US" sz="1600" dirty="0"/>
              <a:t>까지 동작한 상태에서 특정 변수의 담긴 값 등을 알아볼 수 있는 모드</a:t>
            </a:r>
            <a:endParaRPr lang="en-US" altLang="ko-KR" sz="1600" dirty="0"/>
          </a:p>
          <a:p>
            <a:r>
              <a:rPr lang="ko-KR" altLang="en-US" sz="1600" dirty="0"/>
              <a:t>아래 예시처럼 코드를 작성하고</a:t>
            </a:r>
            <a:r>
              <a:rPr lang="en-US" altLang="ko-KR" sz="1600" dirty="0"/>
              <a:t>,</a:t>
            </a:r>
            <a:r>
              <a:rPr lang="ko-KR" altLang="en-US" sz="1600" dirty="0"/>
              <a:t> 코드 번호 왼쪽 영역을 클릭하면 빨간 원이 나옴 </a:t>
            </a:r>
            <a:r>
              <a:rPr lang="en-US" altLang="ko-KR" sz="1600" dirty="0"/>
              <a:t>(</a:t>
            </a:r>
            <a:r>
              <a:rPr lang="ko-KR" altLang="en-US" sz="1600" dirty="0"/>
              <a:t>여러 개 설정 가능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r>
              <a:rPr lang="en-US" altLang="ko-KR" sz="1600" dirty="0"/>
              <a:t>-&gt; breakpoint </a:t>
            </a:r>
            <a:r>
              <a:rPr lang="ko-KR" altLang="en-US" sz="1600" dirty="0"/>
              <a:t>설정 완료</a:t>
            </a:r>
            <a:endParaRPr lang="en-US" altLang="ko-KR" sz="16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B2DD6AD-034F-4161-5BB5-9B6AFA2B6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425" y="2578894"/>
            <a:ext cx="6909149" cy="397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157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E0B7A-2DDE-CBB9-FBE4-B2FAA787E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435093-AD8D-63C8-59FE-286E5ED37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 디버깅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5A4B9E-B9E6-7C06-9D9A-FB8921855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breakpoint</a:t>
            </a:r>
            <a:r>
              <a:rPr lang="ko-KR" altLang="en-US" sz="1600" dirty="0"/>
              <a:t>가 설정된 상태에서 디버그 </a:t>
            </a:r>
            <a:r>
              <a:rPr lang="en-US" altLang="ko-KR" sz="1600" dirty="0"/>
              <a:t>– </a:t>
            </a:r>
            <a:r>
              <a:rPr lang="ko-KR" altLang="en-US" sz="1600" dirty="0"/>
              <a:t>디버깅 시작 </a:t>
            </a:r>
            <a:r>
              <a:rPr lang="en-US" altLang="ko-KR" sz="1600" dirty="0"/>
              <a:t>(f5)</a:t>
            </a:r>
            <a:r>
              <a:rPr lang="ko-KR" altLang="en-US" sz="1600" dirty="0"/>
              <a:t> 으로 실행할 경우 빌드와 디버깅을 같이 할 수 있음</a:t>
            </a:r>
            <a:endParaRPr lang="en-US" altLang="ko-KR" sz="1600" dirty="0"/>
          </a:p>
          <a:p>
            <a:r>
              <a:rPr lang="ko-KR" altLang="en-US" sz="1600" dirty="0"/>
              <a:t>디버깅모드로 실행한 이후에도 </a:t>
            </a:r>
            <a:r>
              <a:rPr lang="en-US" altLang="ko-KR" sz="1600" dirty="0"/>
              <a:t>breakpoint </a:t>
            </a:r>
            <a:r>
              <a:rPr lang="ko-KR" altLang="en-US" sz="1600" dirty="0"/>
              <a:t>설정 가능</a:t>
            </a:r>
            <a:endParaRPr lang="en-US" altLang="ko-KR" sz="1400" dirty="0"/>
          </a:p>
          <a:p>
            <a:endParaRPr lang="en-US" altLang="ko-KR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F536F64-08E9-79EB-E3CF-544C62C51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25" y="2578894"/>
            <a:ext cx="9831172" cy="160995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1BB66A-72A0-5B84-082D-796B4259A19A}"/>
              </a:ext>
            </a:extLst>
          </p:cNvPr>
          <p:cNvSpPr/>
          <p:nvPr/>
        </p:nvSpPr>
        <p:spPr>
          <a:xfrm>
            <a:off x="5013613" y="2578893"/>
            <a:ext cx="3206462" cy="9309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763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6E3F-D838-808E-2186-A166F3B50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FAE579C3-1641-808C-7F87-70C1FA26C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46" y="2238968"/>
            <a:ext cx="7684653" cy="41305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724EE63-6ED6-610F-C9BB-4422B48BF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 디버깅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386202-32BD-B9F3-906B-210943110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디버깅을 시작할 경우 </a:t>
            </a:r>
            <a:r>
              <a:rPr lang="en-US" altLang="ko-KR" sz="1600" dirty="0"/>
              <a:t>VS2022 </a:t>
            </a:r>
            <a:r>
              <a:rPr lang="ko-KR" altLang="en-US" sz="1600" dirty="0"/>
              <a:t>디버깅 화면과</a:t>
            </a:r>
            <a:r>
              <a:rPr lang="en-US" altLang="ko-KR" sz="1600" dirty="0"/>
              <a:t>, </a:t>
            </a:r>
            <a:r>
              <a:rPr lang="ko-KR" altLang="en-US" sz="1600" dirty="0"/>
              <a:t>터미널이 모두 표시됨</a:t>
            </a:r>
            <a:r>
              <a:rPr lang="en-US" altLang="ko-KR" sz="1600" dirty="0"/>
              <a:t>. VS </a:t>
            </a:r>
            <a:r>
              <a:rPr lang="ko-KR" altLang="en-US" sz="1600" dirty="0"/>
              <a:t>화면에서는 변수의 값 확인 등을 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터미널 화면에서는 현재까지 진행된 출력을 볼 수 있음</a:t>
            </a:r>
            <a:endParaRPr lang="en-US" altLang="ko-KR" sz="16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AF0C11-BC3C-AEB9-3717-4CE18058F60B}"/>
              </a:ext>
            </a:extLst>
          </p:cNvPr>
          <p:cNvSpPr/>
          <p:nvPr/>
        </p:nvSpPr>
        <p:spPr>
          <a:xfrm>
            <a:off x="1605394" y="5478408"/>
            <a:ext cx="2985079" cy="8392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C060D-498D-BE0E-1039-2C2E191405C3}"/>
              </a:ext>
            </a:extLst>
          </p:cNvPr>
          <p:cNvSpPr txBox="1"/>
          <p:nvPr/>
        </p:nvSpPr>
        <p:spPr>
          <a:xfrm>
            <a:off x="1605394" y="6409332"/>
            <a:ext cx="340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현재 변수에 담긴 값 확인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3EF911-E301-D41F-BEAF-82889B466BCB}"/>
              </a:ext>
            </a:extLst>
          </p:cNvPr>
          <p:cNvSpPr/>
          <p:nvPr/>
        </p:nvSpPr>
        <p:spPr>
          <a:xfrm>
            <a:off x="4734120" y="5478408"/>
            <a:ext cx="3089080" cy="8392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6E0953-592A-983A-F17B-33692FF850B5}"/>
              </a:ext>
            </a:extLst>
          </p:cNvPr>
          <p:cNvSpPr txBox="1"/>
          <p:nvPr/>
        </p:nvSpPr>
        <p:spPr>
          <a:xfrm>
            <a:off x="4734120" y="6439872"/>
            <a:ext cx="352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호출 스택 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D0B3A2-6FBF-5098-BF53-CC5207D91486}"/>
              </a:ext>
            </a:extLst>
          </p:cNvPr>
          <p:cNvSpPr/>
          <p:nvPr/>
        </p:nvSpPr>
        <p:spPr>
          <a:xfrm>
            <a:off x="137536" y="2238968"/>
            <a:ext cx="5164137" cy="430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522734-D006-E053-1153-611C03B93274}"/>
              </a:ext>
            </a:extLst>
          </p:cNvPr>
          <p:cNvSpPr txBox="1"/>
          <p:nvPr/>
        </p:nvSpPr>
        <p:spPr>
          <a:xfrm>
            <a:off x="1015494" y="1849035"/>
            <a:ext cx="340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조작 영역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87A9494E-B4D8-7980-AF0A-984A1756E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038" y="3412836"/>
            <a:ext cx="3705742" cy="1257475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EA72DDC6-F33A-26F2-C6A3-9568E184F4AD}"/>
              </a:ext>
            </a:extLst>
          </p:cNvPr>
          <p:cNvSpPr/>
          <p:nvPr/>
        </p:nvSpPr>
        <p:spPr>
          <a:xfrm>
            <a:off x="1605394" y="3648814"/>
            <a:ext cx="602098" cy="8392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7B1178-27E5-533F-20EB-246FC5BBEFDE}"/>
              </a:ext>
            </a:extLst>
          </p:cNvPr>
          <p:cNvSpPr txBox="1"/>
          <p:nvPr/>
        </p:nvSpPr>
        <p:spPr>
          <a:xfrm>
            <a:off x="572653" y="4508681"/>
            <a:ext cx="340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현재 실행 위치 확인</a:t>
            </a:r>
          </a:p>
        </p:txBody>
      </p:sp>
    </p:spTree>
    <p:extLst>
      <p:ext uri="{BB962C8B-B14F-4D97-AF65-F5344CB8AC3E}">
        <p14:creationId xmlns:p14="http://schemas.microsoft.com/office/powerpoint/2010/main" val="3225319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FF1DC-C570-02D0-2FDF-356FCBC98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A1039A-762C-C78D-9A0C-E6B4E0CFD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 디버깅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C2B63-BE7B-115A-FEEB-13031522A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디버깅을 시작할 경우 </a:t>
            </a:r>
            <a:r>
              <a:rPr lang="en-US" altLang="ko-KR" sz="1600" dirty="0"/>
              <a:t>VS2022 </a:t>
            </a:r>
            <a:r>
              <a:rPr lang="ko-KR" altLang="en-US" sz="1600" dirty="0"/>
              <a:t>디버깅 화면과</a:t>
            </a:r>
            <a:r>
              <a:rPr lang="en-US" altLang="ko-KR" sz="1600" dirty="0"/>
              <a:t>, </a:t>
            </a:r>
            <a:r>
              <a:rPr lang="ko-KR" altLang="en-US" sz="1600" dirty="0"/>
              <a:t>터미널이 모두 표시됨</a:t>
            </a:r>
            <a:r>
              <a:rPr lang="en-US" altLang="ko-KR" sz="1600" dirty="0"/>
              <a:t>. VS </a:t>
            </a:r>
            <a:r>
              <a:rPr lang="ko-KR" altLang="en-US" sz="1600" dirty="0"/>
              <a:t>화면에서는 변수의 값 확인 등을 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터미널 화면에서는 현재까지 진행된 출력을 볼 수 있음</a:t>
            </a:r>
            <a:endParaRPr lang="en-US" altLang="ko-KR" sz="1600" dirty="0"/>
          </a:p>
          <a:p>
            <a:r>
              <a:rPr lang="en-US" altLang="ko-KR" sz="1600" dirty="0"/>
              <a:t>Breakpoint</a:t>
            </a:r>
            <a:r>
              <a:rPr lang="ko-KR" altLang="en-US" sz="1600" dirty="0"/>
              <a:t>에 해당하는 코드는 아직 실행하지 않은 상태이기 때문에 이전 코드인 </a:t>
            </a:r>
            <a:r>
              <a:rPr lang="en-US" altLang="ko-KR" sz="1600" dirty="0" err="1"/>
              <a:t>printf</a:t>
            </a:r>
            <a:r>
              <a:rPr lang="en-US" altLang="ko-KR" sz="1600" dirty="0"/>
              <a:t>()</a:t>
            </a:r>
            <a:r>
              <a:rPr lang="ko-KR" altLang="en-US" sz="1600" dirty="0"/>
              <a:t>가 실행되고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/>
              <a:t>number </a:t>
            </a:r>
            <a:r>
              <a:rPr lang="ko-KR" altLang="en-US" sz="1600" dirty="0"/>
              <a:t>변수에는 </a:t>
            </a:r>
            <a:r>
              <a:rPr lang="en-US" altLang="ko-KR" sz="1600" dirty="0"/>
              <a:t>0</a:t>
            </a:r>
            <a:r>
              <a:rPr lang="ko-KR" altLang="en-US" sz="1600" dirty="0"/>
              <a:t>이 들어있는 것을 확인할 수 있음</a:t>
            </a:r>
            <a:endParaRPr lang="en-US" altLang="ko-KR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4BC53B7-25DF-893C-C285-7E7327792E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67" b="13620"/>
          <a:stretch/>
        </p:blipFill>
        <p:spPr>
          <a:xfrm>
            <a:off x="604273" y="2348088"/>
            <a:ext cx="5977894" cy="214386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B93D13B-27A2-7C7E-20F3-829F02586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73" y="4732266"/>
            <a:ext cx="7382905" cy="186716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55CF128-35B4-C2F7-7628-FED813355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5112" y="2819848"/>
            <a:ext cx="3705742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695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1C615-469E-0D14-0BB8-26A526EE2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947E088C-4B55-DD95-89EB-472133BF7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57" y="4878367"/>
            <a:ext cx="7316221" cy="194337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303733A-B3E8-39D7-5D3D-30A345C24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153" y="2554335"/>
            <a:ext cx="4140721" cy="181461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764D086-222C-D114-0650-8C171E48D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957" y="2517249"/>
            <a:ext cx="6141661" cy="19411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D4C8DB7-E904-C54F-24B7-8414519E2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 디버깅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58603E-D7F9-A10D-2BD0-A6B009C85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조작 영역의 계속 버튼을</a:t>
            </a:r>
            <a:r>
              <a:rPr lang="en-US" altLang="ko-KR" sz="1600" dirty="0"/>
              <a:t> </a:t>
            </a:r>
            <a:r>
              <a:rPr lang="ko-KR" altLang="en-US" sz="1600" dirty="0"/>
              <a:t>누르면 다음 </a:t>
            </a:r>
            <a:r>
              <a:rPr lang="en-US" altLang="ko-KR" sz="1600" dirty="0"/>
              <a:t>breakpoint</a:t>
            </a:r>
            <a:r>
              <a:rPr lang="ko-KR" altLang="en-US" sz="1600" dirty="0"/>
              <a:t>로 이동</a:t>
            </a:r>
            <a:r>
              <a:rPr lang="en-US" altLang="ko-KR" sz="1600" dirty="0"/>
              <a:t>, </a:t>
            </a:r>
            <a:r>
              <a:rPr lang="ko-KR" altLang="en-US" sz="1600" dirty="0"/>
              <a:t>혹은 다음 </a:t>
            </a:r>
            <a:r>
              <a:rPr lang="en-US" altLang="ko-KR" sz="1600" dirty="0"/>
              <a:t>breakpoint</a:t>
            </a:r>
            <a:r>
              <a:rPr lang="ko-KR" altLang="en-US" sz="1600" dirty="0"/>
              <a:t>가 없으면 끝까지 실행</a:t>
            </a:r>
            <a:endParaRPr lang="en-US" altLang="ko-KR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19313F6-CBBA-C78B-B78F-B1F72F2126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75" y="1628137"/>
            <a:ext cx="11993649" cy="61921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90FF9D1-8365-8C3E-62F6-38D42E602991}"/>
              </a:ext>
            </a:extLst>
          </p:cNvPr>
          <p:cNvSpPr/>
          <p:nvPr/>
        </p:nvSpPr>
        <p:spPr>
          <a:xfrm>
            <a:off x="4487865" y="1579647"/>
            <a:ext cx="906172" cy="3767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D9DDD7-E07F-83B4-59C5-107020A19B0B}"/>
              </a:ext>
            </a:extLst>
          </p:cNvPr>
          <p:cNvSpPr txBox="1"/>
          <p:nvPr/>
        </p:nvSpPr>
        <p:spPr>
          <a:xfrm>
            <a:off x="7622309" y="5358193"/>
            <a:ext cx="43567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코드에서 현재 </a:t>
            </a:r>
            <a:r>
              <a:rPr lang="en-US" altLang="ko-KR" sz="1800" dirty="0"/>
              <a:t>breakpoint</a:t>
            </a:r>
            <a:r>
              <a:rPr lang="ko-KR" altLang="en-US" sz="1800" dirty="0"/>
              <a:t>를 나타내는 화살표</a:t>
            </a:r>
            <a:r>
              <a:rPr lang="en-US" altLang="ko-KR" sz="1800" dirty="0"/>
              <a:t>, number </a:t>
            </a:r>
            <a:r>
              <a:rPr lang="ko-KR" altLang="en-US" sz="1800" dirty="0"/>
              <a:t>변수</a:t>
            </a:r>
            <a:r>
              <a:rPr lang="en-US" altLang="ko-KR" sz="1800" dirty="0"/>
              <a:t>, </a:t>
            </a:r>
            <a:r>
              <a:rPr lang="ko-KR" altLang="en-US" sz="1800" dirty="0"/>
              <a:t>터미널 아웃풋이</a:t>
            </a:r>
            <a:r>
              <a:rPr lang="en-US" altLang="ko-KR" sz="1800" dirty="0"/>
              <a:t> </a:t>
            </a:r>
            <a:r>
              <a:rPr lang="ko-KR" altLang="en-US" sz="1800" dirty="0"/>
              <a:t>모두 업데이트 된 것을 확인할 수 있음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3318312-F923-7E98-C5EA-07F651E73841}"/>
              </a:ext>
            </a:extLst>
          </p:cNvPr>
          <p:cNvSpPr/>
          <p:nvPr/>
        </p:nvSpPr>
        <p:spPr>
          <a:xfrm>
            <a:off x="146454" y="3036542"/>
            <a:ext cx="923431" cy="10526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42FD37-F484-D094-A095-7A7A4765FCE8}"/>
              </a:ext>
            </a:extLst>
          </p:cNvPr>
          <p:cNvSpPr/>
          <p:nvPr/>
        </p:nvSpPr>
        <p:spPr>
          <a:xfrm>
            <a:off x="6890153" y="3315856"/>
            <a:ext cx="4054938" cy="2586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6F235F6-EEA1-307D-189F-0CFB516980D1}"/>
              </a:ext>
            </a:extLst>
          </p:cNvPr>
          <p:cNvSpPr/>
          <p:nvPr/>
        </p:nvSpPr>
        <p:spPr>
          <a:xfrm>
            <a:off x="377508" y="5411807"/>
            <a:ext cx="6272673" cy="427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055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0EEF-CA22-D1C5-221B-1A44579B7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AFCA020-96D7-CCDE-296E-863E1CFC4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81" y="1780896"/>
            <a:ext cx="11917438" cy="85737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4EBB0B0-A802-0BC3-D9AD-5511070F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 디버깅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A08DF4-8E18-BD82-C259-7F922BFAA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한</a:t>
            </a:r>
            <a:r>
              <a:rPr lang="en-US" altLang="ko-KR" sz="1600" dirty="0"/>
              <a:t> </a:t>
            </a:r>
            <a:r>
              <a:rPr lang="ko-KR" altLang="en-US" sz="1600" dirty="0"/>
              <a:t>단계씩 코드 실행을 누르면 다음 </a:t>
            </a:r>
            <a:r>
              <a:rPr lang="en-US" altLang="ko-KR" sz="1600" dirty="0"/>
              <a:t>breakpoint</a:t>
            </a:r>
            <a:r>
              <a:rPr lang="ko-KR" altLang="en-US" sz="1600" dirty="0"/>
              <a:t>가 아닌 다음 코드에서 멈춤</a:t>
            </a:r>
            <a:endParaRPr lang="en-US" altLang="ko-KR" sz="16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F8E1BB-603E-65AA-7FB1-860555A5B5A8}"/>
              </a:ext>
            </a:extLst>
          </p:cNvPr>
          <p:cNvSpPr/>
          <p:nvPr/>
        </p:nvSpPr>
        <p:spPr>
          <a:xfrm>
            <a:off x="8496446" y="1780896"/>
            <a:ext cx="315044" cy="2837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1AB0A04-97AF-7E23-B517-693E36056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61" y="3071898"/>
            <a:ext cx="11155332" cy="333421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376F592-E35F-A820-ADDC-A9375964F2E5}"/>
              </a:ext>
            </a:extLst>
          </p:cNvPr>
          <p:cNvSpPr/>
          <p:nvPr/>
        </p:nvSpPr>
        <p:spPr>
          <a:xfrm>
            <a:off x="675350" y="3722210"/>
            <a:ext cx="1375121" cy="1320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832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D8FCE-9E24-43D6-0B5D-ACBC7B76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24911-434B-AADA-047B-EB2D50C8F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2022</a:t>
            </a:r>
            <a:r>
              <a:rPr lang="ko-KR" altLang="en-US" dirty="0"/>
              <a:t> 디버깅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828F3-8827-60C4-EFC5-BB9052C2F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디버깅 중지 버튼으로 즉시 디버깅 모드를 종료할 수 있음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FC6EEE-2794-7769-1CE7-9FEB107B8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9" y="3050926"/>
            <a:ext cx="11984122" cy="60015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5247E02-30B6-4752-1DAD-270A6F271C74}"/>
              </a:ext>
            </a:extLst>
          </p:cNvPr>
          <p:cNvSpPr/>
          <p:nvPr/>
        </p:nvSpPr>
        <p:spPr>
          <a:xfrm>
            <a:off x="7803720" y="2999518"/>
            <a:ext cx="315044" cy="2837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4839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D3B75-7C64-AD9F-F38C-1D5F6A186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71379-C60A-5E7C-9880-138258BCC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/>
              <a:t>2022</a:t>
            </a:r>
            <a:r>
              <a:rPr lang="ko-KR" altLang="en-US"/>
              <a:t> 팁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46720CA-37F0-0100-8BE2-9644E3634F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66603" y="2448745"/>
            <a:ext cx="7658794" cy="4391000"/>
          </a:xfr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F7DB9C3-33C5-A2F5-8068-3D0B9B7E8BC2}"/>
              </a:ext>
            </a:extLst>
          </p:cNvPr>
          <p:cNvSpPr/>
          <p:nvPr/>
        </p:nvSpPr>
        <p:spPr>
          <a:xfrm>
            <a:off x="2277140" y="6025918"/>
            <a:ext cx="5773735" cy="2410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5080D71-F14C-C225-9F6E-95C52B23D7DE}"/>
              </a:ext>
            </a:extLst>
          </p:cNvPr>
          <p:cNvSpPr txBox="1">
            <a:spLocks/>
          </p:cNvSpPr>
          <p:nvPr/>
        </p:nvSpPr>
        <p:spPr>
          <a:xfrm>
            <a:off x="838200" y="1253331"/>
            <a:ext cx="10515600" cy="5586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/>
              <a:t>빌드</a:t>
            </a:r>
            <a:r>
              <a:rPr lang="en-US" altLang="ko-KR" sz="1600" dirty="0"/>
              <a:t>/</a:t>
            </a:r>
            <a:r>
              <a:rPr lang="ko-KR" altLang="en-US" sz="1600" dirty="0"/>
              <a:t>실행에 에러가 발생할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아래 화면처럼 오류 목록이 뜸</a:t>
            </a:r>
            <a:endParaRPr lang="en-US" altLang="ko-KR" sz="1600" dirty="0"/>
          </a:p>
          <a:p>
            <a:r>
              <a:rPr lang="ko-KR" altLang="en-US" sz="1600" dirty="0"/>
              <a:t>오류에 해당하는 설명란을 직접 해석해보아도 좋고</a:t>
            </a:r>
            <a:r>
              <a:rPr lang="en-US" altLang="ko-KR" sz="1600" dirty="0"/>
              <a:t>,</a:t>
            </a:r>
            <a:r>
              <a:rPr lang="ko-KR" altLang="en-US" sz="1600" dirty="0"/>
              <a:t> 복사</a:t>
            </a:r>
            <a:r>
              <a:rPr lang="en-US" altLang="ko-KR" sz="1600" dirty="0"/>
              <a:t>+</a:t>
            </a:r>
            <a:r>
              <a:rPr lang="ko-KR" altLang="en-US" sz="1600" dirty="0" err="1"/>
              <a:t>붙여넣기하여</a:t>
            </a:r>
            <a:r>
              <a:rPr lang="ko-KR" altLang="en-US" sz="1600" dirty="0"/>
              <a:t> </a:t>
            </a:r>
            <a:r>
              <a:rPr lang="ko-KR" altLang="en-US" sz="1600" dirty="0" err="1"/>
              <a:t>구글검색하면</a:t>
            </a:r>
            <a:r>
              <a:rPr lang="ko-KR" altLang="en-US" sz="1600" dirty="0"/>
              <a:t> 대부분의 에러에 대한 해결방법 존재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3862301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F177F-F61E-131E-2E2D-8AF191D59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VSCode</a:t>
            </a:r>
            <a:r>
              <a:rPr lang="en-US" altLang="ko-KR" dirty="0"/>
              <a:t> Setup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1B0320-DF2A-8CF6-FAB7-065D178026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(Windows)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298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7E375-3063-2A1E-E0EB-7EEAA8A6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6E01B1-051F-25D6-741D-E2E20E1E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Code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DD23B-89A0-08F7-2585-4FBCE8F41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Visual Studio Code download </a:t>
            </a:r>
            <a:r>
              <a:rPr lang="ko-KR" altLang="en-US" sz="1600" dirty="0"/>
              <a:t>검색 혹은 </a:t>
            </a:r>
            <a:br>
              <a:rPr lang="en-US" altLang="ko-KR" sz="1600" dirty="0"/>
            </a:br>
            <a:r>
              <a:rPr lang="ko-KR" altLang="en-US" sz="1600" dirty="0"/>
              <a:t>다음 링크 접속</a:t>
            </a:r>
            <a:r>
              <a:rPr lang="en-US" altLang="ko-KR" sz="1600" dirty="0"/>
              <a:t>: </a:t>
            </a:r>
            <a:r>
              <a:rPr lang="en-US" altLang="ko-KR" sz="1600" dirty="0">
                <a:hlinkClick r:id="rId2"/>
              </a:rPr>
              <a:t>https://code.visualstudio.com/download</a:t>
            </a:r>
            <a:endParaRPr lang="en-US" altLang="ko-KR" sz="1600" dirty="0"/>
          </a:p>
          <a:p>
            <a:r>
              <a:rPr lang="ko-KR" altLang="en-US" sz="1600" dirty="0"/>
              <a:t>아래 </a:t>
            </a:r>
            <a:r>
              <a:rPr lang="en-US" altLang="ko-KR" sz="1600" dirty="0"/>
              <a:t>Windows</a:t>
            </a:r>
            <a:r>
              <a:rPr lang="ko-KR" altLang="en-US" sz="1600" dirty="0"/>
              <a:t>용 설치파일 클릭</a:t>
            </a:r>
            <a:endParaRPr lang="en-US" altLang="ko-KR" sz="1600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A09673-7FE7-6CF8-EF80-53261CDA8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840" y="2353414"/>
            <a:ext cx="7005626" cy="437185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CBEF962-CB7B-515E-F031-5E7220FD6B9E}"/>
              </a:ext>
            </a:extLst>
          </p:cNvPr>
          <p:cNvSpPr/>
          <p:nvPr/>
        </p:nvSpPr>
        <p:spPr>
          <a:xfrm>
            <a:off x="3011981" y="4508938"/>
            <a:ext cx="1536372" cy="9077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168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92173-7490-68C9-470B-E413381C3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95F58-8236-38DB-7536-9403358EB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Code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BC47FA-BEC2-8C8B-8802-55C1854C8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다운로드한 파일</a:t>
            </a:r>
            <a:r>
              <a:rPr lang="en-US" altLang="ko-KR" sz="1600" dirty="0"/>
              <a:t> </a:t>
            </a:r>
            <a:r>
              <a:rPr lang="ko-KR" altLang="en-US" sz="1600" dirty="0"/>
              <a:t>실행</a:t>
            </a:r>
            <a:r>
              <a:rPr lang="en-US" altLang="ko-KR" sz="1600" dirty="0"/>
              <a:t>,</a:t>
            </a:r>
            <a:r>
              <a:rPr lang="ko-KR" altLang="en-US" sz="1600" dirty="0"/>
              <a:t> 원하는 옵션 선택 후 설치</a:t>
            </a:r>
            <a:endParaRPr lang="en-US" altLang="ko-KR" sz="1600" dirty="0"/>
          </a:p>
          <a:p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CC0988-36E9-1DE5-697B-6DD0DA25E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945" y="2185909"/>
            <a:ext cx="5503903" cy="418870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1A851CE-9BEE-47D6-BFFA-AC43C2452653}"/>
              </a:ext>
            </a:extLst>
          </p:cNvPr>
          <p:cNvSpPr/>
          <p:nvPr/>
        </p:nvSpPr>
        <p:spPr>
          <a:xfrm>
            <a:off x="3277473" y="3255580"/>
            <a:ext cx="3572644" cy="14819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BBA8A5-2132-E6F7-0120-70538231B14A}"/>
              </a:ext>
            </a:extLst>
          </p:cNvPr>
          <p:cNvSpPr/>
          <p:nvPr/>
        </p:nvSpPr>
        <p:spPr>
          <a:xfrm>
            <a:off x="6921063" y="6013139"/>
            <a:ext cx="733096" cy="3325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922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E4253-0340-0E16-4B87-E52E7DEE1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E1291-7F87-27CC-64CE-7BBA7347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Code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CB2E13-E66C-65E9-AE89-92BD0B9B7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Visual Studio 2022</a:t>
            </a:r>
            <a:r>
              <a:rPr lang="ko-KR" altLang="en-US" sz="1600" dirty="0"/>
              <a:t>를 검색하여 실행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A79F93-6735-1437-816C-B7879C3394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9" t="3676" r="1644"/>
          <a:stretch>
            <a:fillRect/>
          </a:stretch>
        </p:blipFill>
        <p:spPr>
          <a:xfrm>
            <a:off x="2710355" y="1813034"/>
            <a:ext cx="6771290" cy="489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319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13A6D-46CD-1FBA-D379-12DD41D69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C7F9E-060C-8045-B6CD-D68A84F6F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Code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7E2B94-AB12-B17E-D96E-821EAD29B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Extensions</a:t>
            </a:r>
            <a:r>
              <a:rPr lang="ko-KR" altLang="en-US" sz="1600" dirty="0"/>
              <a:t> 탭을 열어 검색 후 </a:t>
            </a:r>
            <a:r>
              <a:rPr lang="en-US" altLang="ko-KR" sz="1600" dirty="0"/>
              <a:t>C/C++ </a:t>
            </a:r>
            <a:r>
              <a:rPr lang="ko-KR" altLang="en-US" sz="1600" dirty="0"/>
              <a:t>확장 설치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35F4671-B8F0-887E-7847-F3D33CC97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47" y="1703388"/>
            <a:ext cx="7695243" cy="506001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0F701A1-39DC-DBE5-E024-14E8543B4587}"/>
              </a:ext>
            </a:extLst>
          </p:cNvPr>
          <p:cNvSpPr/>
          <p:nvPr/>
        </p:nvSpPr>
        <p:spPr>
          <a:xfrm>
            <a:off x="2039964" y="3736427"/>
            <a:ext cx="293810" cy="1891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AC630D60-0EDD-9B69-91E5-36409A18FA0D}"/>
                  </a:ext>
                </a:extLst>
              </p14:cNvPr>
              <p14:cNvContentPartPr/>
              <p14:nvPr/>
            </p14:nvContentPartPr>
            <p14:xfrm>
              <a:off x="6294471" y="2959098"/>
              <a:ext cx="308880" cy="30888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AC630D60-0EDD-9B69-91E5-36409A18FA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88351" y="2952978"/>
                <a:ext cx="32112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D49468AE-C159-6103-9031-C09877DA60A2}"/>
                  </a:ext>
                </a:extLst>
              </p14:cNvPr>
              <p14:cNvContentPartPr/>
              <p14:nvPr/>
            </p14:nvContentPartPr>
            <p14:xfrm>
              <a:off x="2873031" y="5238618"/>
              <a:ext cx="331560" cy="1296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D49468AE-C159-6103-9031-C09877DA60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66911" y="5232498"/>
                <a:ext cx="343800" cy="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66324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CE02B-1634-861F-137D-53415D3D3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22FACD-1FA2-7ECC-D718-13A9F7AA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Code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D2CA21-C281-DBAF-EF6C-BCBA14010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b="1" dirty="0"/>
              <a:t>Visual Studio 2022</a:t>
            </a:r>
            <a:r>
              <a:rPr lang="ko-KR" altLang="en-US" sz="1600" b="1" dirty="0"/>
              <a:t>와의 환경 통일</a:t>
            </a:r>
            <a:r>
              <a:rPr lang="ko-KR" altLang="en-US" sz="1600" dirty="0"/>
              <a:t>을 위해 </a:t>
            </a:r>
            <a:r>
              <a:rPr lang="en-US" altLang="ko-KR" sz="1600" dirty="0"/>
              <a:t>Windows </a:t>
            </a:r>
            <a:r>
              <a:rPr lang="en-US" altLang="ko-KR" sz="1600" dirty="0" err="1"/>
              <a:t>Powershell</a:t>
            </a:r>
            <a:r>
              <a:rPr lang="ko-KR" altLang="en-US" sz="1600" dirty="0"/>
              <a:t>을 관리자 권한으로 실행 후 아래의 커맨드를 입력해 </a:t>
            </a:r>
            <a:r>
              <a:rPr lang="en-US" altLang="ko-KR" sz="1600" dirty="0"/>
              <a:t>Build Tools 2022 </a:t>
            </a:r>
            <a:r>
              <a:rPr lang="ko-KR" altLang="en-US" sz="1600" dirty="0"/>
              <a:t>설치</a:t>
            </a:r>
            <a:r>
              <a:rPr lang="en-US" altLang="ko-KR" sz="1600" dirty="0"/>
              <a:t>(MSVC v143 + Windows SDK)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 err="1"/>
              <a:t>winget</a:t>
            </a:r>
            <a:r>
              <a:rPr lang="en-US" altLang="ko-KR" sz="1600" dirty="0"/>
              <a:t> install -e --id Microsoft.VisualStudio.2022.BuildTools --override "--passive --wait --</a:t>
            </a:r>
            <a:r>
              <a:rPr lang="en-US" altLang="ko-KR" sz="1600" dirty="0" err="1"/>
              <a:t>norestart</a:t>
            </a:r>
            <a:r>
              <a:rPr lang="en-US" altLang="ko-KR" sz="1600" dirty="0"/>
              <a:t> --add </a:t>
            </a:r>
            <a:r>
              <a:rPr lang="en-US" altLang="ko-KR" sz="1600" dirty="0" err="1"/>
              <a:t>Microsoft.VisualStudio.Workload.VCTools</a:t>
            </a:r>
            <a:r>
              <a:rPr lang="en-US" altLang="ko-KR" sz="1600" dirty="0"/>
              <a:t> --</a:t>
            </a:r>
            <a:r>
              <a:rPr lang="en-US" altLang="ko-KR" sz="1600" dirty="0" err="1"/>
              <a:t>includeRecommended</a:t>
            </a:r>
            <a:r>
              <a:rPr lang="en-US" altLang="ko-KR" sz="1600" dirty="0"/>
              <a:t>"</a:t>
            </a:r>
          </a:p>
          <a:p>
            <a:pPr marL="0" indent="0">
              <a:buNone/>
            </a:pPr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9E08D8-3B31-89EB-7F65-D30E3FA32C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7" t="5305" r="1986"/>
          <a:stretch>
            <a:fillRect/>
          </a:stretch>
        </p:blipFill>
        <p:spPr>
          <a:xfrm>
            <a:off x="620785" y="3429000"/>
            <a:ext cx="3999698" cy="20754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39E2387-7C91-7666-0A0C-3EC752CF4936}"/>
              </a:ext>
            </a:extLst>
          </p:cNvPr>
          <p:cNvSpPr/>
          <p:nvPr/>
        </p:nvSpPr>
        <p:spPr>
          <a:xfrm>
            <a:off x="2585381" y="4945310"/>
            <a:ext cx="648577" cy="2086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6815F71-CC11-4D27-460F-99A132ED6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356" y="3044485"/>
            <a:ext cx="6226444" cy="32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528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EF957-9E67-AA7A-71DA-B424441F6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D5FD6-4865-C13C-64C2-C50D2681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Code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B84FEF-EE34-9EDC-EAFF-EAFB66AD8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“X64 Native Tools Command Prompt for VS 2022”</a:t>
            </a:r>
            <a:r>
              <a:rPr lang="ko-KR" altLang="en-US" sz="1600" dirty="0"/>
              <a:t>를 실행해 원하는 경로에서 </a:t>
            </a:r>
            <a:r>
              <a:rPr lang="en-US" altLang="ko-KR" sz="1600" dirty="0"/>
              <a:t>“code .”</a:t>
            </a:r>
            <a:r>
              <a:rPr lang="ko-KR" altLang="en-US" sz="1600" dirty="0"/>
              <a:t>을 입력해 </a:t>
            </a:r>
            <a:r>
              <a:rPr lang="en-US" altLang="ko-KR" sz="1600" dirty="0" err="1"/>
              <a:t>VSCode</a:t>
            </a:r>
            <a:r>
              <a:rPr lang="en-US" altLang="ko-KR" sz="1600" dirty="0"/>
              <a:t> </a:t>
            </a:r>
            <a:r>
              <a:rPr lang="ko-KR" altLang="en-US" sz="1600" dirty="0"/>
              <a:t>실행</a:t>
            </a:r>
            <a:endParaRPr lang="en-US" altLang="ko-KR" sz="1600" dirty="0"/>
          </a:p>
          <a:p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C035EF-D09A-A8BD-D9EE-083728B9E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65" y="2236671"/>
            <a:ext cx="5152793" cy="382866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1EFE5CC-519A-84DD-6337-91EFE0466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419" y="2578894"/>
            <a:ext cx="5997916" cy="320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6897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A7CBE-EE31-D62E-87A3-24E635160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05CB-2454-BB15-11A2-8C1CDFF2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Code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1EF3FE-9EE1-B824-7668-D0D4F1CB3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 err="1"/>
              <a:t>hello_world.c</a:t>
            </a:r>
            <a:r>
              <a:rPr lang="en-US" altLang="ko-KR" sz="1600" dirty="0"/>
              <a:t> </a:t>
            </a:r>
            <a:r>
              <a:rPr lang="ko-KR" altLang="en-US" sz="1600" dirty="0"/>
              <a:t>파일을 생성 및 코드 입력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2718471-9A68-E5E6-BD47-7A6F59EE0A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140"/>
          <a:stretch>
            <a:fillRect/>
          </a:stretch>
        </p:blipFill>
        <p:spPr>
          <a:xfrm>
            <a:off x="1107347" y="2137867"/>
            <a:ext cx="4257412" cy="35531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61E68A7-E91D-FD83-FF36-CDE28ED533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26484" b="34496"/>
          <a:stretch>
            <a:fillRect/>
          </a:stretch>
        </p:blipFill>
        <p:spPr>
          <a:xfrm>
            <a:off x="6356778" y="2137867"/>
            <a:ext cx="4296399" cy="35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0232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54641-E877-C149-3D8E-6DE4EE361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E95BF-BBE1-73AE-7873-E91602F4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Code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0D12CD-9114-4414-47ED-EF4D39A44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명령 팔레트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Ctrl+Shift+P</a:t>
            </a:r>
            <a:r>
              <a:rPr lang="en-US" altLang="ko-KR" sz="1600" dirty="0"/>
              <a:t>)</a:t>
            </a:r>
            <a:r>
              <a:rPr lang="ko-KR" altLang="en-US" sz="1600" dirty="0"/>
              <a:t>에서 </a:t>
            </a:r>
            <a:r>
              <a:rPr lang="en-US" altLang="ko-KR" sz="1600" dirty="0"/>
              <a:t>Tasks: Configure Default Build Tasks </a:t>
            </a:r>
            <a:r>
              <a:rPr lang="ko-KR" altLang="en-US" sz="1600" dirty="0"/>
              <a:t>검색</a:t>
            </a:r>
            <a:r>
              <a:rPr lang="en-US" altLang="ko-KR" sz="1600" dirty="0"/>
              <a:t>, </a:t>
            </a:r>
            <a:r>
              <a:rPr lang="ko-KR" altLang="en-US" sz="1600" dirty="0"/>
              <a:t>실행</a:t>
            </a:r>
            <a:endParaRPr lang="en-US" altLang="ko-KR" sz="1600" dirty="0"/>
          </a:p>
          <a:p>
            <a:r>
              <a:rPr lang="ko-KR" altLang="en-US" sz="1600" dirty="0"/>
              <a:t>이후 나오는 창에서 </a:t>
            </a:r>
            <a:r>
              <a:rPr lang="en-US" altLang="ko-KR" sz="1600" dirty="0"/>
              <a:t>C/C++: cl.exe build</a:t>
            </a:r>
            <a:r>
              <a:rPr lang="ko-KR" altLang="en-US" sz="1600" dirty="0"/>
              <a:t> </a:t>
            </a:r>
            <a:r>
              <a:rPr lang="en-US" altLang="ko-KR" sz="1600" dirty="0"/>
              <a:t>active</a:t>
            </a:r>
            <a:r>
              <a:rPr lang="ko-KR" altLang="en-US" sz="1600" dirty="0"/>
              <a:t> </a:t>
            </a:r>
            <a:r>
              <a:rPr lang="en-US" altLang="ko-KR" sz="1600" dirty="0"/>
              <a:t>file</a:t>
            </a:r>
            <a:r>
              <a:rPr lang="ko-KR" altLang="en-US" sz="1600" dirty="0"/>
              <a:t> 선택</a:t>
            </a:r>
            <a:endParaRPr lang="en-US" altLang="ko-KR" sz="1600" dirty="0"/>
          </a:p>
          <a:p>
            <a:r>
              <a:rPr lang="en-US" altLang="ko-KR" sz="1600" dirty="0"/>
              <a:t>.</a:t>
            </a:r>
            <a:r>
              <a:rPr lang="en-US" altLang="ko-KR" sz="1600" dirty="0" err="1"/>
              <a:t>vscode</a:t>
            </a:r>
            <a:r>
              <a:rPr lang="en-US" altLang="ko-KR" sz="1600" dirty="0"/>
              <a:t> </a:t>
            </a:r>
            <a:r>
              <a:rPr lang="ko-KR" altLang="en-US" sz="1600" dirty="0"/>
              <a:t>폴더 아래에 </a:t>
            </a:r>
            <a:r>
              <a:rPr lang="en-US" altLang="ko-KR" sz="1600" dirty="0" err="1"/>
              <a:t>tasks.json</a:t>
            </a:r>
            <a:r>
              <a:rPr lang="ko-KR" altLang="en-US" sz="1600" dirty="0"/>
              <a:t> 파일이 생성된다</a:t>
            </a:r>
            <a:r>
              <a:rPr lang="en-US" altLang="ko-KR" sz="16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AB6339-4E63-1814-4211-94AD149968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0" t="-119" r="21861" b="44489"/>
          <a:stretch>
            <a:fillRect/>
          </a:stretch>
        </p:blipFill>
        <p:spPr>
          <a:xfrm>
            <a:off x="236025" y="2516240"/>
            <a:ext cx="5581450" cy="37049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F1B74A8-F59F-B835-32B6-8B11867AD6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98" t="-1" r="19670" b="45977"/>
          <a:stretch>
            <a:fillRect/>
          </a:stretch>
        </p:blipFill>
        <p:spPr>
          <a:xfrm>
            <a:off x="6096000" y="2516240"/>
            <a:ext cx="5799083" cy="370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243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56C2C-131F-E2E5-AD6B-AAE0DB7DB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638814-A733-F237-22C6-D742DCE6A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Code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7DD2D7-B8C9-FDE8-64CF-51BDA00D4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 err="1"/>
              <a:t>hello_world.c</a:t>
            </a:r>
            <a:r>
              <a:rPr lang="en-US" altLang="ko-KR" sz="1600" dirty="0"/>
              <a:t> </a:t>
            </a:r>
            <a:r>
              <a:rPr lang="ko-KR" altLang="en-US" sz="1600" dirty="0"/>
              <a:t>파일을 열고 명령 팔레트에서 </a:t>
            </a:r>
            <a:r>
              <a:rPr lang="en-US" altLang="ko-KR" sz="1600" dirty="0"/>
              <a:t>Tasks: Run build tasks (</a:t>
            </a:r>
            <a:r>
              <a:rPr lang="en-US" altLang="ko-KR" sz="1600" dirty="0" err="1"/>
              <a:t>Ctrl+Shift+B</a:t>
            </a:r>
            <a:r>
              <a:rPr lang="en-US" altLang="ko-KR" sz="1600" dirty="0"/>
              <a:t>) </a:t>
            </a:r>
            <a:r>
              <a:rPr lang="ko-KR" altLang="en-US" sz="1600" dirty="0"/>
              <a:t>실행 시 빌드 후 파일들이 생성된다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777482F-1528-0982-C08A-32248C42A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59" y="2288204"/>
            <a:ext cx="5305371" cy="39224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68D20DB-8F9E-FF5B-2A2C-C4A82DA8E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410" y="2095927"/>
            <a:ext cx="4627390" cy="430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911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111BE-144B-F562-909F-D3AE1C62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9903B-FFE1-46C6-0157-14D04DD35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Studio</a:t>
            </a:r>
            <a:r>
              <a:rPr lang="ko-KR" altLang="en-US" dirty="0"/>
              <a:t> </a:t>
            </a:r>
            <a:r>
              <a:rPr lang="en-US" altLang="ko-KR" dirty="0"/>
              <a:t>Code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DE611F-96CB-18F4-323B-B6C044CC0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586414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Run -&gt; Start Debugging (F5)</a:t>
            </a:r>
            <a:r>
              <a:rPr lang="ko-KR" altLang="en-US" sz="1600" dirty="0"/>
              <a:t>을 통해 디버깅 가능</a:t>
            </a:r>
            <a:endParaRPr lang="en-US" altLang="ko-KR" sz="1600" dirty="0"/>
          </a:p>
          <a:p>
            <a:r>
              <a:rPr lang="ko-KR" altLang="en-US" sz="1600" dirty="0" err="1"/>
              <a:t>디버거는</a:t>
            </a:r>
            <a:r>
              <a:rPr lang="ko-KR" altLang="en-US" sz="1600" dirty="0"/>
              <a:t> </a:t>
            </a:r>
            <a:r>
              <a:rPr lang="en-US" altLang="ko-KR" sz="1600" dirty="0"/>
              <a:t>C++(Windows)</a:t>
            </a:r>
            <a:r>
              <a:rPr lang="ko-KR" altLang="en-US" sz="1600" dirty="0"/>
              <a:t>로 선택</a:t>
            </a:r>
            <a:endParaRPr lang="en-US" altLang="ko-KR" sz="1600" dirty="0"/>
          </a:p>
          <a:p>
            <a:endParaRPr lang="ko-KR" altLang="en-US" sz="1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82F1150-DB01-39D1-EE21-B13F15152E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885"/>
          <a:stretch>
            <a:fillRect/>
          </a:stretch>
        </p:blipFill>
        <p:spPr>
          <a:xfrm>
            <a:off x="582086" y="2293206"/>
            <a:ext cx="4760392" cy="42494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EFF6555-CCD2-3F81-727B-968912FB1C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82" r="5857" b="2579"/>
          <a:stretch>
            <a:fillRect/>
          </a:stretch>
        </p:blipFill>
        <p:spPr>
          <a:xfrm>
            <a:off x="5803544" y="2293206"/>
            <a:ext cx="5675586" cy="424948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15B267F-5402-1EE0-20BA-104E10A5C1D1}"/>
              </a:ext>
            </a:extLst>
          </p:cNvPr>
          <p:cNvSpPr/>
          <p:nvPr/>
        </p:nvSpPr>
        <p:spPr>
          <a:xfrm>
            <a:off x="7062788" y="2758966"/>
            <a:ext cx="796322" cy="1956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3965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5EA4E-06FB-75C1-1CAB-AA1F01B05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/>
              <a:t>Troubleshooting</a:t>
            </a:r>
            <a:br>
              <a:rPr lang="en-US" altLang="ko-KR" dirty="0"/>
            </a:br>
            <a:r>
              <a:rPr lang="en-US" altLang="ko-KR" dirty="0" err="1"/>
              <a:t>winget</a:t>
            </a:r>
            <a:r>
              <a:rPr lang="ko-KR" altLang="en-US" dirty="0"/>
              <a:t> 이 없는 경우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10E4F1-7EFD-2247-5A83-7AA8BF717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Powershell</a:t>
            </a:r>
            <a:r>
              <a:rPr lang="ko-KR" altLang="en-US" dirty="0"/>
              <a:t> 을 열고 다음 명령어 입력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참고링크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Use </a:t>
            </a:r>
            <a:r>
              <a:rPr lang="en-US" altLang="ko-KR" dirty="0" err="1">
                <a:hlinkClick r:id="rId2"/>
              </a:rPr>
              <a:t>WinGet</a:t>
            </a:r>
            <a:r>
              <a:rPr lang="en-US" altLang="ko-KR" dirty="0">
                <a:hlinkClick r:id="rId2"/>
              </a:rPr>
              <a:t> to install and manage applications | Microsoft Learn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E5815-D0B8-A1EB-539F-5E367567AE4F}"/>
              </a:ext>
            </a:extLst>
          </p:cNvPr>
          <p:cNvSpPr txBox="1"/>
          <p:nvPr/>
        </p:nvSpPr>
        <p:spPr>
          <a:xfrm>
            <a:off x="1828799" y="2400856"/>
            <a:ext cx="894846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$</a:t>
            </a:r>
            <a:r>
              <a:rPr lang="ko-KR" altLang="en-US" sz="1400" dirty="0" err="1"/>
              <a:t>progressPreference</a:t>
            </a:r>
            <a:r>
              <a:rPr lang="ko-KR" altLang="en-US" sz="1400" dirty="0"/>
              <a:t> = '</a:t>
            </a:r>
            <a:r>
              <a:rPr lang="ko-KR" altLang="en-US" sz="1400" dirty="0" err="1"/>
              <a:t>silentlyContinue</a:t>
            </a:r>
            <a:r>
              <a:rPr lang="ko-KR" altLang="en-US" sz="1400" dirty="0"/>
              <a:t>'</a:t>
            </a:r>
          </a:p>
          <a:p>
            <a:r>
              <a:rPr lang="ko-KR" altLang="en-US" sz="1400" dirty="0" err="1"/>
              <a:t>Write</a:t>
            </a:r>
            <a:r>
              <a:rPr lang="ko-KR" altLang="en-US" sz="1400" dirty="0"/>
              <a:t>-Host "</a:t>
            </a:r>
            <a:r>
              <a:rPr lang="ko-KR" altLang="en-US" sz="1400" dirty="0" err="1"/>
              <a:t>Installing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WinGet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PowerShell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module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from</a:t>
            </a:r>
            <a:r>
              <a:rPr lang="ko-KR" altLang="en-US" sz="1400" dirty="0"/>
              <a:t> </a:t>
            </a:r>
            <a:r>
              <a:rPr lang="ko-KR" altLang="en-US" sz="1400" dirty="0" err="1"/>
              <a:t>PSGallery</a:t>
            </a:r>
            <a:r>
              <a:rPr lang="ko-KR" altLang="en-US" sz="1400" dirty="0"/>
              <a:t>..."</a:t>
            </a:r>
          </a:p>
          <a:p>
            <a:r>
              <a:rPr lang="ko-KR" altLang="en-US" sz="1400" dirty="0" err="1"/>
              <a:t>Install-PackageProvider</a:t>
            </a:r>
            <a:r>
              <a:rPr lang="ko-KR" altLang="en-US" sz="1400" dirty="0"/>
              <a:t> -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NuGet</a:t>
            </a:r>
            <a:r>
              <a:rPr lang="ko-KR" altLang="en-US" sz="1400" dirty="0"/>
              <a:t> -</a:t>
            </a:r>
            <a:r>
              <a:rPr lang="ko-KR" altLang="en-US" sz="1400" dirty="0" err="1"/>
              <a:t>Force</a:t>
            </a:r>
            <a:r>
              <a:rPr lang="ko-KR" altLang="en-US" sz="1400" dirty="0"/>
              <a:t> | </a:t>
            </a:r>
            <a:r>
              <a:rPr lang="ko-KR" altLang="en-US" sz="1400" dirty="0" err="1"/>
              <a:t>Out-Null</a:t>
            </a:r>
            <a:endParaRPr lang="ko-KR" altLang="en-US" sz="1400" dirty="0"/>
          </a:p>
          <a:p>
            <a:r>
              <a:rPr lang="ko-KR" altLang="en-US" sz="1400" dirty="0" err="1"/>
              <a:t>Install-Module</a:t>
            </a:r>
            <a:r>
              <a:rPr lang="ko-KR" altLang="en-US" sz="1400" dirty="0"/>
              <a:t> -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Microsoft.WinGet.Client</a:t>
            </a:r>
            <a:r>
              <a:rPr lang="ko-KR" altLang="en-US" sz="1400" dirty="0"/>
              <a:t> -</a:t>
            </a:r>
            <a:r>
              <a:rPr lang="ko-KR" altLang="en-US" sz="1400" dirty="0" err="1"/>
              <a:t>Force</a:t>
            </a:r>
            <a:r>
              <a:rPr lang="ko-KR" altLang="en-US" sz="1400" dirty="0"/>
              <a:t> -</a:t>
            </a:r>
            <a:r>
              <a:rPr lang="ko-KR" altLang="en-US" sz="1400" dirty="0" err="1"/>
              <a:t>Repository</a:t>
            </a:r>
            <a:r>
              <a:rPr lang="ko-KR" altLang="en-US" sz="1400" dirty="0"/>
              <a:t> </a:t>
            </a:r>
            <a:r>
              <a:rPr lang="ko-KR" altLang="en-US" sz="1400" dirty="0" err="1"/>
              <a:t>PSGallery</a:t>
            </a:r>
            <a:r>
              <a:rPr lang="ko-KR" altLang="en-US" sz="1400" dirty="0"/>
              <a:t> | </a:t>
            </a:r>
            <a:r>
              <a:rPr lang="ko-KR" altLang="en-US" sz="1400" dirty="0" err="1"/>
              <a:t>Out-Null</a:t>
            </a:r>
            <a:endParaRPr lang="ko-KR" altLang="en-US" sz="1400" dirty="0"/>
          </a:p>
          <a:p>
            <a:r>
              <a:rPr lang="ko-KR" altLang="en-US" sz="1400" dirty="0" err="1"/>
              <a:t>Write</a:t>
            </a:r>
            <a:r>
              <a:rPr lang="ko-KR" altLang="en-US" sz="1400" dirty="0"/>
              <a:t>-Host "</a:t>
            </a:r>
            <a:r>
              <a:rPr lang="ko-KR" altLang="en-US" sz="1400" dirty="0" err="1"/>
              <a:t>Using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Repair-WinGetPackageManager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cmdlet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to</a:t>
            </a:r>
            <a:r>
              <a:rPr lang="ko-KR" altLang="en-US" sz="1400" dirty="0"/>
              <a:t> </a:t>
            </a:r>
            <a:r>
              <a:rPr lang="ko-KR" altLang="en-US" sz="1400" dirty="0" err="1"/>
              <a:t>bootstrap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WinGet</a:t>
            </a:r>
            <a:r>
              <a:rPr lang="ko-KR" altLang="en-US" sz="1400" dirty="0"/>
              <a:t>..."</a:t>
            </a:r>
          </a:p>
          <a:p>
            <a:r>
              <a:rPr lang="ko-KR" altLang="en-US" sz="1400" dirty="0" err="1"/>
              <a:t>Repair-WinGetPackageManager</a:t>
            </a:r>
            <a:r>
              <a:rPr lang="ko-KR" altLang="en-US" sz="1400" dirty="0"/>
              <a:t> -</a:t>
            </a:r>
            <a:r>
              <a:rPr lang="ko-KR" altLang="en-US" sz="1400" dirty="0" err="1"/>
              <a:t>AllUsers</a:t>
            </a:r>
            <a:endParaRPr lang="ko-KR" altLang="en-US" sz="1400" dirty="0"/>
          </a:p>
          <a:p>
            <a:r>
              <a:rPr lang="ko-KR" altLang="en-US" sz="1400" dirty="0" err="1"/>
              <a:t>Write</a:t>
            </a:r>
            <a:r>
              <a:rPr lang="ko-KR" altLang="en-US" sz="1400" dirty="0"/>
              <a:t>-Host "</a:t>
            </a:r>
            <a:r>
              <a:rPr lang="ko-KR" altLang="en-US" sz="1400" dirty="0" err="1"/>
              <a:t>Done</a:t>
            </a:r>
            <a:r>
              <a:rPr lang="ko-KR" altLang="en-US" sz="1400" dirty="0"/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1418281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92B67-AD20-92AF-D830-20CFCEF7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2975FD-891B-883E-0DBC-9357F0C1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/>
              <a:t>Troubleshooting</a:t>
            </a:r>
            <a:br>
              <a:rPr lang="en-US" altLang="ko-KR" dirty="0"/>
            </a:br>
            <a:r>
              <a:rPr lang="en-US" altLang="ko-KR" dirty="0"/>
              <a:t>cl.exe </a:t>
            </a:r>
            <a:r>
              <a:rPr lang="ko-KR" altLang="en-US" dirty="0"/>
              <a:t>가 바로 안 뜨는 경우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DD7361-2D17-A734-B0F2-99D8D14E9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/>
              <a:t>tasks.json</a:t>
            </a:r>
            <a:r>
              <a:rPr lang="en-US" altLang="ko-KR" sz="2400" dirty="0"/>
              <a:t> </a:t>
            </a:r>
            <a:r>
              <a:rPr lang="ko-KR" altLang="en-US" sz="2400" dirty="0"/>
              <a:t>파일을 다음과 같이 직접 수정한다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구글에</a:t>
            </a:r>
            <a:r>
              <a:rPr lang="en-US" altLang="ko-KR" sz="2400" dirty="0"/>
              <a:t> “</a:t>
            </a:r>
            <a:r>
              <a:rPr lang="en-US" altLang="ko-KR" sz="2400" dirty="0" err="1"/>
              <a:t>vscode</a:t>
            </a:r>
            <a:r>
              <a:rPr lang="en-US" altLang="ko-KR" sz="2400" dirty="0"/>
              <a:t> default build tasks configure c/</a:t>
            </a:r>
            <a:r>
              <a:rPr lang="en-US" altLang="ko-KR" sz="2400" dirty="0" err="1"/>
              <a:t>c++</a:t>
            </a:r>
            <a:r>
              <a:rPr lang="en-US" altLang="ko-KR" sz="2400" dirty="0"/>
              <a:t> cl.exe” </a:t>
            </a:r>
            <a:r>
              <a:rPr lang="ko-KR" altLang="en-US" sz="2400" dirty="0"/>
              <a:t>로 검색</a:t>
            </a:r>
            <a:r>
              <a:rPr lang="en-US" altLang="ko-KR" sz="24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1C190-EF61-8F5A-F725-3BEAB1A9D5EE}"/>
              </a:ext>
            </a:extLst>
          </p:cNvPr>
          <p:cNvSpPr txBox="1"/>
          <p:nvPr/>
        </p:nvSpPr>
        <p:spPr>
          <a:xfrm>
            <a:off x="4439727" y="2225329"/>
            <a:ext cx="331254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 {</a:t>
            </a:r>
          </a:p>
          <a:p>
            <a:r>
              <a:rPr lang="en-US" altLang="ko-KR" sz="700" dirty="0"/>
              <a:t>        "version”: “2.0.0”,</a:t>
            </a:r>
          </a:p>
          <a:p>
            <a:r>
              <a:rPr lang="en-US" altLang="ko-KR" sz="700" dirty="0"/>
              <a:t>        “tasks”: [</a:t>
            </a:r>
          </a:p>
          <a:p>
            <a:r>
              <a:rPr lang="en-US" altLang="ko-KR" sz="700" dirty="0"/>
              <a:t>            {</a:t>
            </a:r>
          </a:p>
          <a:p>
            <a:r>
              <a:rPr lang="en-US" altLang="ko-KR" sz="700" dirty="0"/>
              <a:t>                “label”: “cl.exe build active file",</a:t>
            </a:r>
          </a:p>
          <a:p>
            <a:r>
              <a:rPr lang="en-US" altLang="ko-KR" sz="700" dirty="0"/>
              <a:t>                "type": "shell",</a:t>
            </a:r>
          </a:p>
          <a:p>
            <a:r>
              <a:rPr lang="en-US" altLang="ko-KR" sz="700" dirty="0"/>
              <a:t>                "command": "cl.exe",</a:t>
            </a:r>
          </a:p>
          <a:p>
            <a:r>
              <a:rPr lang="en-US" altLang="ko-KR" sz="700" dirty="0"/>
              <a:t>                "</a:t>
            </a:r>
            <a:r>
              <a:rPr lang="en-US" altLang="ko-KR" sz="700" dirty="0" err="1"/>
              <a:t>args</a:t>
            </a:r>
            <a:r>
              <a:rPr lang="en-US" altLang="ko-KR" sz="700" dirty="0"/>
              <a:t>": [</a:t>
            </a:r>
          </a:p>
          <a:p>
            <a:r>
              <a:rPr lang="en-US" altLang="ko-KR" sz="700" dirty="0"/>
              <a:t>                    "/Zi", // Enable debugging information</a:t>
            </a:r>
          </a:p>
          <a:p>
            <a:r>
              <a:rPr lang="en-US" altLang="ko-KR" sz="700" dirty="0"/>
              <a:t>                    "/</a:t>
            </a:r>
            <a:r>
              <a:rPr lang="en-US" altLang="ko-KR" sz="700" dirty="0" err="1"/>
              <a:t>EHsc</a:t>
            </a:r>
            <a:r>
              <a:rPr lang="en-US" altLang="ko-KR" sz="700" dirty="0"/>
              <a:t>", // Enable C++ exception handling</a:t>
            </a:r>
          </a:p>
          <a:p>
            <a:r>
              <a:rPr lang="en-US" altLang="ko-KR" sz="700" dirty="0"/>
              <a:t>                    "/Fe:", // Specify output executable name</a:t>
            </a:r>
          </a:p>
          <a:p>
            <a:r>
              <a:rPr lang="en-US" altLang="ko-KR" sz="700" dirty="0"/>
              <a:t>                    "${</a:t>
            </a:r>
            <a:r>
              <a:rPr lang="en-US" altLang="ko-KR" sz="700" dirty="0" err="1"/>
              <a:t>fileDirname</a:t>
            </a:r>
            <a:r>
              <a:rPr lang="en-US" altLang="ko-KR" sz="700" dirty="0"/>
              <a:t>}\\${</a:t>
            </a:r>
            <a:r>
              <a:rPr lang="en-US" altLang="ko-KR" sz="700" dirty="0" err="1"/>
              <a:t>fileBasenameNoExtension</a:t>
            </a:r>
            <a:r>
              <a:rPr lang="en-US" altLang="ko-KR" sz="700" dirty="0"/>
              <a:t>}.exe",</a:t>
            </a:r>
          </a:p>
          <a:p>
            <a:r>
              <a:rPr lang="en-US" altLang="ko-KR" sz="700" dirty="0"/>
              <a:t>                    "${file}" // The active file</a:t>
            </a:r>
          </a:p>
          <a:p>
            <a:r>
              <a:rPr lang="en-US" altLang="ko-KR" sz="700" dirty="0"/>
              <a:t>                ],</a:t>
            </a:r>
          </a:p>
          <a:p>
            <a:r>
              <a:rPr lang="en-US" altLang="ko-KR" sz="700" dirty="0"/>
              <a:t>                "group": {</a:t>
            </a:r>
          </a:p>
          <a:p>
            <a:r>
              <a:rPr lang="en-US" altLang="ko-KR" sz="700" dirty="0"/>
              <a:t>                    "kind": "build",</a:t>
            </a:r>
          </a:p>
          <a:p>
            <a:r>
              <a:rPr lang="en-US" altLang="ko-KR" sz="700" dirty="0"/>
              <a:t>                    "</a:t>
            </a:r>
            <a:r>
              <a:rPr lang="en-US" altLang="ko-KR" sz="700" dirty="0" err="1"/>
              <a:t>isDefault</a:t>
            </a:r>
            <a:r>
              <a:rPr lang="en-US" altLang="ko-KR" sz="700" dirty="0"/>
              <a:t>": true // Set this task as the default build task</a:t>
            </a:r>
          </a:p>
          <a:p>
            <a:r>
              <a:rPr lang="en-US" altLang="ko-KR" sz="700" dirty="0"/>
              <a:t>                },</a:t>
            </a:r>
          </a:p>
          <a:p>
            <a:r>
              <a:rPr lang="en-US" altLang="ko-KR" sz="700" dirty="0"/>
              <a:t>                "presentation": {</a:t>
            </a:r>
          </a:p>
          <a:p>
            <a:r>
              <a:rPr lang="en-US" altLang="ko-KR" sz="700" dirty="0"/>
              <a:t>                    "reveal": "always"</a:t>
            </a:r>
          </a:p>
          <a:p>
            <a:r>
              <a:rPr lang="en-US" altLang="ko-KR" sz="700" dirty="0"/>
              <a:t>                },</a:t>
            </a:r>
          </a:p>
          <a:p>
            <a:r>
              <a:rPr lang="en-US" altLang="ko-KR" sz="700" dirty="0"/>
              <a:t>                "</a:t>
            </a:r>
            <a:r>
              <a:rPr lang="en-US" altLang="ko-KR" sz="700" dirty="0" err="1"/>
              <a:t>problemMatcher</a:t>
            </a:r>
            <a:r>
              <a:rPr lang="en-US" altLang="ko-KR" sz="700" dirty="0"/>
              <a:t>": "$</a:t>
            </a:r>
            <a:r>
              <a:rPr lang="en-US" altLang="ko-KR" sz="700" dirty="0" err="1"/>
              <a:t>msvc</a:t>
            </a:r>
            <a:r>
              <a:rPr lang="en-US" altLang="ko-KR" sz="700" dirty="0"/>
              <a:t>" // Use the MSVC problem matcher for error highlighting</a:t>
            </a:r>
          </a:p>
          <a:p>
            <a:r>
              <a:rPr lang="en-US" altLang="ko-KR" sz="700" dirty="0"/>
              <a:t>            }</a:t>
            </a:r>
          </a:p>
          <a:p>
            <a:r>
              <a:rPr lang="en-US" altLang="ko-KR" sz="700" dirty="0"/>
              <a:t>        ]</a:t>
            </a:r>
          </a:p>
          <a:p>
            <a:r>
              <a:rPr lang="en-US" altLang="ko-KR" sz="700" dirty="0"/>
              <a:t>    }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4260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F28DC-24A8-DDFE-D665-D4CA71AF3C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MacOS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86273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7B2FC-3F2C-5D6A-5DE9-46561FEF0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ko-KR" dirty="0"/>
              <a:t>MacOS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BD78E3-C632-4D41-0C8C-646ADFE49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4"/>
            <a:ext cx="10515600" cy="5532436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Xcode</a:t>
            </a:r>
          </a:p>
          <a:p>
            <a:pPr lvl="1"/>
            <a:r>
              <a:rPr lang="en-US" altLang="ko-KR" sz="1600" dirty="0" err="1"/>
              <a:t>VisualStudio</a:t>
            </a:r>
            <a:r>
              <a:rPr lang="ko-KR" altLang="en-US" sz="1600" dirty="0"/>
              <a:t>와 같은 </a:t>
            </a:r>
            <a:r>
              <a:rPr lang="en-US" altLang="ko-KR" sz="1600" dirty="0"/>
              <a:t>GUI </a:t>
            </a:r>
            <a:r>
              <a:rPr lang="ko-KR" altLang="en-US" sz="1600" dirty="0"/>
              <a:t>환경을 사용하고 싶다면 설치합니다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/>
              <a:t>Mac AppStore</a:t>
            </a:r>
            <a:r>
              <a:rPr lang="ko-KR" altLang="en-US" sz="1600" dirty="0"/>
              <a:t>에서 다운로드합니다</a:t>
            </a:r>
            <a:r>
              <a:rPr lang="en-US" altLang="ko-KR" sz="1600" dirty="0"/>
              <a:t>.</a:t>
            </a:r>
          </a:p>
          <a:p>
            <a:r>
              <a:rPr lang="en-US" altLang="ko-KR" sz="1800" dirty="0"/>
              <a:t>g++</a:t>
            </a:r>
          </a:p>
          <a:p>
            <a:pPr lvl="1"/>
            <a:r>
              <a:rPr lang="ko-KR" altLang="en-US" sz="1600" dirty="0"/>
              <a:t>터미널 환경에서는 </a:t>
            </a:r>
            <a:r>
              <a:rPr lang="en-US" altLang="ko-KR" sz="1600" dirty="0"/>
              <a:t>g++ </a:t>
            </a:r>
            <a:r>
              <a:rPr lang="ko-KR" altLang="en-US" sz="1600" dirty="0"/>
              <a:t>컴파일러로 컴파일할 수 있습니다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/>
              <a:t>Xcode </a:t>
            </a:r>
            <a:r>
              <a:rPr lang="ko-KR" altLang="en-US" sz="1600" dirty="0"/>
              <a:t>를 설치한 후 처음으로 </a:t>
            </a:r>
            <a:r>
              <a:rPr lang="en-US" altLang="ko-KR" sz="1600" dirty="0"/>
              <a:t>g++</a:t>
            </a:r>
            <a:r>
              <a:rPr lang="ko-KR" altLang="en-US" sz="1600" dirty="0"/>
              <a:t>을 사용하는 것이라면 </a:t>
            </a:r>
            <a:r>
              <a:rPr lang="en-US" altLang="ko-KR" sz="1600" dirty="0"/>
              <a:t>command line tools </a:t>
            </a:r>
            <a:r>
              <a:rPr lang="ko-KR" altLang="en-US" sz="1600" dirty="0"/>
              <a:t>를 설치해야 할 수 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참조 링크 </a:t>
            </a:r>
            <a:r>
              <a:rPr lang="en-US" altLang="ko-KR" sz="1600" dirty="0">
                <a:hlinkClick r:id="rId2"/>
              </a:rPr>
              <a:t>http://thdev.net/132</a:t>
            </a:r>
            <a:r>
              <a:rPr lang="en-US" altLang="ko-KR" sz="1600" dirty="0"/>
              <a:t> - Text editor </a:t>
            </a:r>
            <a:r>
              <a:rPr lang="ko-KR" altLang="en-US" sz="1600" dirty="0"/>
              <a:t>는 자유롭게 선택하여 사용하시면 됩니다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/>
              <a:t>Apple </a:t>
            </a:r>
            <a:r>
              <a:rPr lang="ko-KR" altLang="en-US" sz="1600" dirty="0"/>
              <a:t>에서 제공하는 </a:t>
            </a:r>
            <a:r>
              <a:rPr lang="en-US" altLang="ko-KR" sz="1600" dirty="0"/>
              <a:t>LLVM </a:t>
            </a:r>
            <a:r>
              <a:rPr lang="ko-KR" altLang="en-US" sz="1600" dirty="0"/>
              <a:t>컴파일러 대신 </a:t>
            </a:r>
            <a:r>
              <a:rPr lang="en-US" altLang="ko-KR" sz="1600" dirty="0"/>
              <a:t>GNU </a:t>
            </a:r>
            <a:r>
              <a:rPr lang="ko-KR" altLang="en-US" sz="1600" dirty="0"/>
              <a:t>컴파일러를 사용하고 싶다면 해당 파일을 다운 받아서 사용하면 됩니다</a:t>
            </a:r>
            <a:r>
              <a:rPr lang="en-US" altLang="ko-KR" sz="1600" dirty="0"/>
              <a:t>. </a:t>
            </a:r>
            <a:r>
              <a:rPr lang="ko-KR" altLang="en-US" sz="1600" dirty="0"/>
              <a:t>참조 링크 </a:t>
            </a:r>
            <a:r>
              <a:rPr lang="en-US" altLang="ko-KR" sz="1600" dirty="0">
                <a:hlinkClick r:id="rId3"/>
              </a:rPr>
              <a:t>http://jijinlee.blogspot.kr/2017/08/mac-gnu.html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ko-KR" altLang="en-US" sz="1800" dirty="0">
                <a:solidFill>
                  <a:srgbClr val="FF0000"/>
                </a:solidFill>
              </a:rPr>
              <a:t>추가 설치 사항은 인터넷 검색을 활용하세요</a:t>
            </a:r>
            <a:endParaRPr lang="en-US" altLang="ko-KR" sz="1800" dirty="0">
              <a:solidFill>
                <a:srgbClr val="FF0000"/>
              </a:solidFill>
            </a:endParaRPr>
          </a:p>
          <a:p>
            <a:pPr lvl="1"/>
            <a:endParaRPr lang="en-US" altLang="ko-KR" sz="16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7308CD-DD38-7A91-71C1-3925F65EB3B2}"/>
              </a:ext>
            </a:extLst>
          </p:cNvPr>
          <p:cNvSpPr>
            <a:spLocks noGrp="1"/>
          </p:cNvSpPr>
          <p:nvPr/>
        </p:nvSpPr>
        <p:spPr>
          <a:xfrm>
            <a:off x="838200" y="5381625"/>
            <a:ext cx="105156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과제는</a:t>
            </a:r>
            <a:r>
              <a:rPr sz="2025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Windows의</a:t>
            </a:r>
            <a:r>
              <a:rPr sz="2025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Visual Studio 2022 </a:t>
            </a:r>
            <a:r>
              <a:rPr sz="2025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환경에서</a:t>
            </a:r>
            <a:r>
              <a:rPr sz="2025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채점합니다</a:t>
            </a:r>
            <a:r>
              <a:rPr sz="2025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defRPr sz="20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macOS에서</a:t>
            </a:r>
            <a:r>
              <a:rPr sz="2025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개발하더라도</a:t>
            </a:r>
            <a:r>
              <a:rPr sz="2025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제출</a:t>
            </a:r>
            <a:r>
              <a:rPr sz="2025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전에</a:t>
            </a:r>
            <a:r>
              <a:rPr sz="2025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지정된</a:t>
            </a:r>
            <a:r>
              <a:rPr sz="2025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환경에서</a:t>
            </a:r>
            <a:r>
              <a:rPr sz="2025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실행을</a:t>
            </a:r>
            <a:r>
              <a:rPr sz="2025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확인하</a:t>
            </a:r>
            <a:r>
              <a:rPr lang="ko-KR" altLang="en-US" sz="20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세요</a:t>
            </a:r>
            <a:r>
              <a:rPr sz="20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2025" b="1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590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1459</Words>
  <Application>Microsoft Office PowerPoint</Application>
  <PresentationFormat>와이드스크린</PresentationFormat>
  <Paragraphs>186</Paragraphs>
  <Slides>42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6" baseType="lpstr">
      <vt:lpstr>Arial</vt:lpstr>
      <vt:lpstr>맑은 고딕</vt:lpstr>
      <vt:lpstr>맑은 고딕</vt:lpstr>
      <vt:lpstr>Office 테마</vt:lpstr>
      <vt:lpstr> C 개발 환경 문서</vt:lpstr>
      <vt:lpstr>목차</vt:lpstr>
      <vt:lpstr>Visual Studio 2022 Setup</vt:lpstr>
      <vt:lpstr>Visual Studio 2022 설치</vt:lpstr>
      <vt:lpstr>Visual Studio 2022 설치</vt:lpstr>
      <vt:lpstr>Visual Studio 2022 설치</vt:lpstr>
      <vt:lpstr>Visual Studio 2022 설치</vt:lpstr>
      <vt:lpstr>Visual Studio 2022 설치</vt:lpstr>
      <vt:lpstr>Visual Studio 2022 설치</vt:lpstr>
      <vt:lpstr>Visual Studio 2022 프로젝트 생성</vt:lpstr>
      <vt:lpstr>Visual Studio 2022 프로젝트 생성</vt:lpstr>
      <vt:lpstr>Visual Studio 2022 프로젝트 생성</vt:lpstr>
      <vt:lpstr>Visual Studio 2022 프로젝트 생성</vt:lpstr>
      <vt:lpstr>Visual Studio 2022 프로젝트 생성</vt:lpstr>
      <vt:lpstr>Visual Studio 2022 코드 작성 및 실행</vt:lpstr>
      <vt:lpstr>Visual Studio 2022 코드 작성 및 실행</vt:lpstr>
      <vt:lpstr>Visual Studio 2022 코드 작성 및 실행</vt:lpstr>
      <vt:lpstr>Visual Studio 2022 코드 작성 및 실행</vt:lpstr>
      <vt:lpstr>Visual Studio 2022 코드 작성 및 실행</vt:lpstr>
      <vt:lpstr>Visual Studio 2022 디버깅</vt:lpstr>
      <vt:lpstr>Visual Studio 2022 디버깅</vt:lpstr>
      <vt:lpstr>Visual Studio 2022 디버깅</vt:lpstr>
      <vt:lpstr>Visual Studio 2022 디버깅</vt:lpstr>
      <vt:lpstr>Visual Studio 2022 디버깅</vt:lpstr>
      <vt:lpstr>Visual Studio 2022 디버깅</vt:lpstr>
      <vt:lpstr>Visual Studio 2022 디버깅</vt:lpstr>
      <vt:lpstr>Visual Studio 2022 팁</vt:lpstr>
      <vt:lpstr>VSCode Setup</vt:lpstr>
      <vt:lpstr>Visual Studio Code 설치</vt:lpstr>
      <vt:lpstr>Visual Studio Code 설치</vt:lpstr>
      <vt:lpstr>Visual Studio Code 설치</vt:lpstr>
      <vt:lpstr>Visual Studio Code 설치</vt:lpstr>
      <vt:lpstr>Visual Studio Code 설치</vt:lpstr>
      <vt:lpstr>Visual Studio Code 설치</vt:lpstr>
      <vt:lpstr>Visual Studio Code 설치</vt:lpstr>
      <vt:lpstr>Visual Studio Code 설치</vt:lpstr>
      <vt:lpstr>Visual Studio Code 설치</vt:lpstr>
      <vt:lpstr>Visual Studio Code 설치</vt:lpstr>
      <vt:lpstr>Troubleshooting winget 이 없는 경우</vt:lpstr>
      <vt:lpstr>Troubleshooting cl.exe 가 바로 안 뜨는 경우</vt:lpstr>
      <vt:lpstr>MacOS</vt:lpstr>
      <vt:lpstr>MacOS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심규진(컴퓨터공학과)</dc:creator>
  <cp:lastModifiedBy>임수민(인공지능대학원)</cp:lastModifiedBy>
  <cp:revision>23</cp:revision>
  <dcterms:created xsi:type="dcterms:W3CDTF">2025-02-22T06:41:04Z</dcterms:created>
  <dcterms:modified xsi:type="dcterms:W3CDTF">2026-09-14T16:16:06Z</dcterms:modified>
</cp:coreProperties>
</file>