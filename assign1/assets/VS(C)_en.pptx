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8" r:id="rId3"/>
    <p:sldId id="284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87" r:id="rId21"/>
    <p:sldId id="288" r:id="rId22"/>
    <p:sldId id="289" r:id="rId23"/>
    <p:sldId id="290" r:id="rId24"/>
    <p:sldId id="293" r:id="rId25"/>
    <p:sldId id="294" r:id="rId26"/>
    <p:sldId id="292" r:id="rId27"/>
    <p:sldId id="296" r:id="rId28"/>
    <p:sldId id="285" r:id="rId29"/>
    <p:sldId id="297" r:id="rId30"/>
    <p:sldId id="298" r:id="rId31"/>
    <p:sldId id="300" r:id="rId32"/>
    <p:sldId id="301" r:id="rId33"/>
    <p:sldId id="302" r:id="rId34"/>
    <p:sldId id="304" r:id="rId35"/>
    <p:sldId id="303" r:id="rId36"/>
    <p:sldId id="305" r:id="rId37"/>
    <p:sldId id="306" r:id="rId38"/>
    <p:sldId id="307" r:id="rId39"/>
    <p:sldId id="308" r:id="rId40"/>
    <p:sldId id="309" r:id="rId41"/>
    <p:sldId id="286" r:id="rId42"/>
    <p:sldId id="295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058F1-B931-4721-8980-16B30C56BCF4}" v="36" dt="2025-02-26T07:46:45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48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심규진(컴퓨터공학과)" userId="2b7dfa0c-af93-4b58-afd3-2643c9a14859" providerId="ADAL" clId="{B00FB3F8-D0CC-4996-9E04-23E206BD43F8}"/>
    <pc:docChg chg="undo custSel addSld delSld modSld sldOrd">
      <pc:chgData name="심규진(컴퓨터공학과)" userId="2b7dfa0c-af93-4b58-afd3-2643c9a14859" providerId="ADAL" clId="{B00FB3F8-D0CC-4996-9E04-23E206BD43F8}" dt="2025-02-23T07:08:46.091" v="8214" actId="20577"/>
      <pc:docMkLst>
        <pc:docMk/>
      </pc:docMkLst>
      <pc:sldChg chg="modSp new mod">
        <pc:chgData name="심규진(컴퓨터공학과)" userId="2b7dfa0c-af93-4b58-afd3-2643c9a14859" providerId="ADAL" clId="{B00FB3F8-D0CC-4996-9E04-23E206BD43F8}" dt="2025-02-22T08:12:58.498" v="4731"/>
        <pc:sldMkLst>
          <pc:docMk/>
          <pc:sldMk cId="4220267757" sldId="256"/>
        </pc:sldMkLst>
        <pc:spChg chg="mod">
          <ac:chgData name="심규진(컴퓨터공학과)" userId="2b7dfa0c-af93-4b58-afd3-2643c9a14859" providerId="ADAL" clId="{B00FB3F8-D0CC-4996-9E04-23E206BD43F8}" dt="2025-02-22T08:12:57.363" v="4730" actId="21"/>
          <ac:spMkLst>
            <pc:docMk/>
            <pc:sldMk cId="4220267757" sldId="256"/>
            <ac:spMk id="2" creationId="{4EC59A02-2073-57FF-A37D-A9E774CFFBBE}"/>
          </ac:spMkLst>
        </pc:spChg>
        <pc:spChg chg="mod">
          <ac:chgData name="심규진(컴퓨터공학과)" userId="2b7dfa0c-af93-4b58-afd3-2643c9a14859" providerId="ADAL" clId="{B00FB3F8-D0CC-4996-9E04-23E206BD43F8}" dt="2025-02-22T08:12:58.498" v="4731"/>
          <ac:spMkLst>
            <pc:docMk/>
            <pc:sldMk cId="4220267757" sldId="256"/>
            <ac:spMk id="3" creationId="{1FCD19E0-1B27-35C8-089B-D6B977535975}"/>
          </ac:spMkLst>
        </pc:spChg>
      </pc:sldChg>
      <pc:sldChg chg="addSp modSp new del mod">
        <pc:chgData name="심규진(컴퓨터공학과)" userId="2b7dfa0c-af93-4b58-afd3-2643c9a14859" providerId="ADAL" clId="{B00FB3F8-D0CC-4996-9E04-23E206BD43F8}" dt="2025-02-22T06:49:11.378" v="420" actId="47"/>
        <pc:sldMkLst>
          <pc:docMk/>
          <pc:sldMk cId="1837929749" sldId="257"/>
        </pc:sldMkLst>
      </pc:sldChg>
      <pc:sldChg chg="modSp new mod">
        <pc:chgData name="심규진(컴퓨터공학과)" userId="2b7dfa0c-af93-4b58-afd3-2643c9a14859" providerId="ADAL" clId="{B00FB3F8-D0CC-4996-9E04-23E206BD43F8}" dt="2025-02-23T07:08:46.091" v="8214" actId="20577"/>
        <pc:sldMkLst>
          <pc:docMk/>
          <pc:sldMk cId="441023887" sldId="258"/>
        </pc:sldMkLst>
        <pc:spChg chg="mod">
          <ac:chgData name="심규진(컴퓨터공학과)" userId="2b7dfa0c-af93-4b58-afd3-2643c9a14859" providerId="ADAL" clId="{B00FB3F8-D0CC-4996-9E04-23E206BD43F8}" dt="2025-02-22T06:48:44.788" v="410" actId="1076"/>
          <ac:spMkLst>
            <pc:docMk/>
            <pc:sldMk cId="441023887" sldId="258"/>
            <ac:spMk id="2" creationId="{54DBD3F5-2985-4734-9CAA-1E2C7508D569}"/>
          </ac:spMkLst>
        </pc:spChg>
        <pc:spChg chg="mod">
          <ac:chgData name="심규진(컴퓨터공학과)" userId="2b7dfa0c-af93-4b58-afd3-2643c9a14859" providerId="ADAL" clId="{B00FB3F8-D0CC-4996-9E04-23E206BD43F8}" dt="2025-02-23T07:08:46.091" v="8214" actId="20577"/>
          <ac:spMkLst>
            <pc:docMk/>
            <pc:sldMk cId="441023887" sldId="258"/>
            <ac:spMk id="3" creationId="{8CC24DE6-2DA7-70AF-9E83-D20D583592CF}"/>
          </ac:spMkLst>
        </pc:spChg>
      </pc:sldChg>
      <pc:sldChg chg="addSp delSp modSp add mod">
        <pc:chgData name="심규진(컴퓨터공학과)" userId="2b7dfa0c-af93-4b58-afd3-2643c9a14859" providerId="ADAL" clId="{B00FB3F8-D0CC-4996-9E04-23E206BD43F8}" dt="2025-02-22T08:14:19.341" v="4804" actId="21"/>
        <pc:sldMkLst>
          <pc:docMk/>
          <pc:sldMk cId="2060673584" sldId="259"/>
        </pc:sldMkLst>
        <pc:spChg chg="mod">
          <ac:chgData name="심규진(컴퓨터공학과)" userId="2b7dfa0c-af93-4b58-afd3-2643c9a14859" providerId="ADAL" clId="{B00FB3F8-D0CC-4996-9E04-23E206BD43F8}" dt="2025-02-22T08:14:19.341" v="4804" actId="21"/>
          <ac:spMkLst>
            <pc:docMk/>
            <pc:sldMk cId="2060673584" sldId="259"/>
            <ac:spMk id="2" creationId="{1933E42E-5424-66B6-AF1C-A4368B5D12AC}"/>
          </ac:spMkLst>
        </pc:spChg>
        <pc:spChg chg="mod">
          <ac:chgData name="심규진(컴퓨터공학과)" userId="2b7dfa0c-af93-4b58-afd3-2643c9a14859" providerId="ADAL" clId="{B00FB3F8-D0CC-4996-9E04-23E206BD43F8}" dt="2025-02-22T06:48:55.162" v="414"/>
          <ac:spMkLst>
            <pc:docMk/>
            <pc:sldMk cId="2060673584" sldId="259"/>
            <ac:spMk id="3" creationId="{29C111E7-A4F8-2FEC-8C80-911313E5F6F1}"/>
          </ac:spMkLst>
        </pc:spChg>
        <pc:spChg chg="mod topLvl">
          <ac:chgData name="심규진(컴퓨터공학과)" userId="2b7dfa0c-af93-4b58-afd3-2643c9a14859" providerId="ADAL" clId="{B00FB3F8-D0CC-4996-9E04-23E206BD43F8}" dt="2025-02-22T06:49:50.513" v="432" actId="14100"/>
          <ac:spMkLst>
            <pc:docMk/>
            <pc:sldMk cId="2060673584" sldId="259"/>
            <ac:spMk id="6" creationId="{E47AD4F7-0D2F-C925-06BD-08F391437FFE}"/>
          </ac:spMkLst>
        </pc:spChg>
        <pc:picChg chg="add mod ord">
          <ac:chgData name="심규진(컴퓨터공학과)" userId="2b7dfa0c-af93-4b58-afd3-2643c9a14859" providerId="ADAL" clId="{B00FB3F8-D0CC-4996-9E04-23E206BD43F8}" dt="2025-02-22T06:50:17.105" v="433" actId="1076"/>
          <ac:picMkLst>
            <pc:docMk/>
            <pc:sldMk cId="2060673584" sldId="259"/>
            <ac:picMk id="8" creationId="{A6C38865-55BA-2A0F-D388-AF8359F32236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13.132" v="3815" actId="20577"/>
        <pc:sldMkLst>
          <pc:docMk/>
          <pc:sldMk cId="492949409" sldId="260"/>
        </pc:sldMkLst>
        <pc:spChg chg="mod">
          <ac:chgData name="심규진(컴퓨터공학과)" userId="2b7dfa0c-af93-4b58-afd3-2643c9a14859" providerId="ADAL" clId="{B00FB3F8-D0CC-4996-9E04-23E206BD43F8}" dt="2025-02-22T07:52:13.132" v="3815" actId="20577"/>
          <ac:spMkLst>
            <pc:docMk/>
            <pc:sldMk cId="492949409" sldId="260"/>
            <ac:spMk id="2" creationId="{479F3D6C-7EFD-FC8C-9C9C-69A30841A0DD}"/>
          </ac:spMkLst>
        </pc:spChg>
        <pc:spChg chg="mod">
          <ac:chgData name="심규진(컴퓨터공학과)" userId="2b7dfa0c-af93-4b58-afd3-2643c9a14859" providerId="ADAL" clId="{B00FB3F8-D0CC-4996-9E04-23E206BD43F8}" dt="2025-02-22T07:05:21.032" v="1191" actId="20577"/>
          <ac:spMkLst>
            <pc:docMk/>
            <pc:sldMk cId="492949409" sldId="260"/>
            <ac:spMk id="3" creationId="{5C175388-7696-5D1F-0EF1-BBFF37CA9821}"/>
          </ac:spMkLst>
        </pc:spChg>
        <pc:spChg chg="add mod">
          <ac:chgData name="심규진(컴퓨터공학과)" userId="2b7dfa0c-af93-4b58-afd3-2643c9a14859" providerId="ADAL" clId="{B00FB3F8-D0CC-4996-9E04-23E206BD43F8}" dt="2025-02-22T06:54:06.676" v="710" actId="1076"/>
          <ac:spMkLst>
            <pc:docMk/>
            <pc:sldMk cId="492949409" sldId="260"/>
            <ac:spMk id="10" creationId="{817D2BB5-0CFA-3B81-F283-D00AE6BF654C}"/>
          </ac:spMkLst>
        </pc:spChg>
        <pc:spChg chg="add mod">
          <ac:chgData name="심규진(컴퓨터공학과)" userId="2b7dfa0c-af93-4b58-afd3-2643c9a14859" providerId="ADAL" clId="{B00FB3F8-D0CC-4996-9E04-23E206BD43F8}" dt="2025-02-22T06:54:20.854" v="717" actId="14100"/>
          <ac:spMkLst>
            <pc:docMk/>
            <pc:sldMk cId="492949409" sldId="260"/>
            <ac:spMk id="12" creationId="{34C32B62-32C8-4EDB-325F-72DEEAE224DD}"/>
          </ac:spMkLst>
        </pc:spChg>
        <pc:picChg chg="add mod">
          <ac:chgData name="심규진(컴퓨터공학과)" userId="2b7dfa0c-af93-4b58-afd3-2643c9a14859" providerId="ADAL" clId="{B00FB3F8-D0CC-4996-9E04-23E206BD43F8}" dt="2025-02-22T06:53:58.360" v="706" actId="1076"/>
          <ac:picMkLst>
            <pc:docMk/>
            <pc:sldMk cId="492949409" sldId="260"/>
            <ac:picMk id="9" creationId="{542550B3-B9FB-2C9A-F5B7-4ABB3C4E3EB0}"/>
          </ac:picMkLst>
        </pc:picChg>
      </pc:sldChg>
      <pc:sldChg chg="addSp delSp modSp add del mod">
        <pc:chgData name="심규진(컴퓨터공학과)" userId="2b7dfa0c-af93-4b58-afd3-2643c9a14859" providerId="ADAL" clId="{B00FB3F8-D0CC-4996-9E04-23E206BD43F8}" dt="2025-02-22T07:06:51.141" v="1282" actId="47"/>
        <pc:sldMkLst>
          <pc:docMk/>
          <pc:sldMk cId="1557555902" sldId="261"/>
        </pc:sldMkLst>
      </pc:sldChg>
      <pc:sldChg chg="addSp delSp modSp add mod">
        <pc:chgData name="심규진(컴퓨터공학과)" userId="2b7dfa0c-af93-4b58-afd3-2643c9a14859" providerId="ADAL" clId="{B00FB3F8-D0CC-4996-9E04-23E206BD43F8}" dt="2025-02-22T07:52:16.485" v="3816"/>
        <pc:sldMkLst>
          <pc:docMk/>
          <pc:sldMk cId="3847198651" sldId="262"/>
        </pc:sldMkLst>
        <pc:spChg chg="mod">
          <ac:chgData name="심규진(컴퓨터공학과)" userId="2b7dfa0c-af93-4b58-afd3-2643c9a14859" providerId="ADAL" clId="{B00FB3F8-D0CC-4996-9E04-23E206BD43F8}" dt="2025-02-22T07:52:16.485" v="3816"/>
          <ac:spMkLst>
            <pc:docMk/>
            <pc:sldMk cId="3847198651" sldId="262"/>
            <ac:spMk id="2" creationId="{8A18765D-1F0B-FDD7-888B-E960297E2833}"/>
          </ac:spMkLst>
        </pc:spChg>
        <pc:spChg chg="mod">
          <ac:chgData name="심규진(컴퓨터공학과)" userId="2b7dfa0c-af93-4b58-afd3-2643c9a14859" providerId="ADAL" clId="{B00FB3F8-D0CC-4996-9E04-23E206BD43F8}" dt="2025-02-22T07:06:11.642" v="1204" actId="1076"/>
          <ac:spMkLst>
            <pc:docMk/>
            <pc:sldMk cId="3847198651" sldId="262"/>
            <ac:spMk id="5" creationId="{602E63AF-A6DB-E06D-CD08-ABE3EBAED5D4}"/>
          </ac:spMkLst>
        </pc:spChg>
        <pc:spChg chg="add mod">
          <ac:chgData name="심규진(컴퓨터공학과)" userId="2b7dfa0c-af93-4b58-afd3-2643c9a14859" providerId="ADAL" clId="{B00FB3F8-D0CC-4996-9E04-23E206BD43F8}" dt="2025-02-22T07:06:37.572" v="1281" actId="20577"/>
          <ac:spMkLst>
            <pc:docMk/>
            <pc:sldMk cId="3847198651" sldId="262"/>
            <ac:spMk id="9" creationId="{5980F4B6-3AC9-38C1-EF9B-F9B2ED381F00}"/>
          </ac:spMkLst>
        </pc:spChg>
        <pc:picChg chg="add mod">
          <ac:chgData name="심규진(컴퓨터공학과)" userId="2b7dfa0c-af93-4b58-afd3-2643c9a14859" providerId="ADAL" clId="{B00FB3F8-D0CC-4996-9E04-23E206BD43F8}" dt="2025-02-22T07:06:17.335" v="1208" actId="1076"/>
          <ac:picMkLst>
            <pc:docMk/>
            <pc:sldMk cId="3847198651" sldId="262"/>
            <ac:picMk id="8" creationId="{A2E0EE50-94A8-B386-206D-0972CB4FF4FC}"/>
          </ac:picMkLst>
        </pc:picChg>
        <pc:picChg chg="add del mod">
          <ac:chgData name="심규진(컴퓨터공학과)" userId="2b7dfa0c-af93-4b58-afd3-2643c9a14859" providerId="ADAL" clId="{B00FB3F8-D0CC-4996-9E04-23E206BD43F8}" dt="2025-02-22T07:06:09.169" v="1203" actId="1076"/>
          <ac:picMkLst>
            <pc:docMk/>
            <pc:sldMk cId="3847198651" sldId="262"/>
            <ac:picMk id="14" creationId="{EC42954D-73E9-8416-5328-CD87656F96F9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18.500" v="3817"/>
        <pc:sldMkLst>
          <pc:docMk/>
          <pc:sldMk cId="678677361" sldId="263"/>
        </pc:sldMkLst>
        <pc:spChg chg="mod">
          <ac:chgData name="심규진(컴퓨터공학과)" userId="2b7dfa0c-af93-4b58-afd3-2643c9a14859" providerId="ADAL" clId="{B00FB3F8-D0CC-4996-9E04-23E206BD43F8}" dt="2025-02-22T07:52:18.500" v="3817"/>
          <ac:spMkLst>
            <pc:docMk/>
            <pc:sldMk cId="678677361" sldId="263"/>
            <ac:spMk id="2" creationId="{8356F44F-08A9-7875-41D0-83F2C8CDEA23}"/>
          </ac:spMkLst>
        </pc:spChg>
        <pc:spChg chg="mod">
          <ac:chgData name="심규진(컴퓨터공학과)" userId="2b7dfa0c-af93-4b58-afd3-2643c9a14859" providerId="ADAL" clId="{B00FB3F8-D0CC-4996-9E04-23E206BD43F8}" dt="2025-02-22T07:13:36.849" v="1700" actId="20577"/>
          <ac:spMkLst>
            <pc:docMk/>
            <pc:sldMk cId="678677361" sldId="263"/>
            <ac:spMk id="3" creationId="{51937226-AA85-32D9-3BBF-F7C36A7C1494}"/>
          </ac:spMkLst>
        </pc:spChg>
        <pc:spChg chg="add mod">
          <ac:chgData name="심규진(컴퓨터공학과)" userId="2b7dfa0c-af93-4b58-afd3-2643c9a14859" providerId="ADAL" clId="{B00FB3F8-D0CC-4996-9E04-23E206BD43F8}" dt="2025-02-22T07:08:44.150" v="1371" actId="164"/>
          <ac:spMkLst>
            <pc:docMk/>
            <pc:sldMk cId="678677361" sldId="263"/>
            <ac:spMk id="10" creationId="{22639563-716E-D62F-C6AE-1C344D28C5A2}"/>
          </ac:spMkLst>
        </pc:spChg>
        <pc:grpChg chg="add mod">
          <ac:chgData name="심규진(컴퓨터공학과)" userId="2b7dfa0c-af93-4b58-afd3-2643c9a14859" providerId="ADAL" clId="{B00FB3F8-D0CC-4996-9E04-23E206BD43F8}" dt="2025-02-22T07:08:48.501" v="1373" actId="1076"/>
          <ac:grpSpMkLst>
            <pc:docMk/>
            <pc:sldMk cId="678677361" sldId="263"/>
            <ac:grpSpMk id="11" creationId="{244CB672-0DF1-FF3D-286D-CCA98A1D0F41}"/>
          </ac:grpSpMkLst>
        </pc:grpChg>
        <pc:picChg chg="add mod">
          <ac:chgData name="심규진(컴퓨터공학과)" userId="2b7dfa0c-af93-4b58-afd3-2643c9a14859" providerId="ADAL" clId="{B00FB3F8-D0CC-4996-9E04-23E206BD43F8}" dt="2025-02-22T07:08:44.150" v="1371" actId="164"/>
          <ac:picMkLst>
            <pc:docMk/>
            <pc:sldMk cId="678677361" sldId="263"/>
            <ac:picMk id="6" creationId="{F993E6ED-3C04-7B63-AE6D-08FA00DB6A33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22.742" v="3818"/>
        <pc:sldMkLst>
          <pc:docMk/>
          <pc:sldMk cId="2839848036" sldId="264"/>
        </pc:sldMkLst>
        <pc:spChg chg="mod">
          <ac:chgData name="심규진(컴퓨터공학과)" userId="2b7dfa0c-af93-4b58-afd3-2643c9a14859" providerId="ADAL" clId="{B00FB3F8-D0CC-4996-9E04-23E206BD43F8}" dt="2025-02-22T07:52:22.742" v="3818"/>
          <ac:spMkLst>
            <pc:docMk/>
            <pc:sldMk cId="2839848036" sldId="264"/>
            <ac:spMk id="2" creationId="{1D98BD9D-AB71-A22D-A74C-06FA11A3D3B3}"/>
          </ac:spMkLst>
        </pc:spChg>
        <pc:spChg chg="mod">
          <ac:chgData name="심규진(컴퓨터공학과)" userId="2b7dfa0c-af93-4b58-afd3-2643c9a14859" providerId="ADAL" clId="{B00FB3F8-D0CC-4996-9E04-23E206BD43F8}" dt="2025-02-22T07:10:03.937" v="1474" actId="20577"/>
          <ac:spMkLst>
            <pc:docMk/>
            <pc:sldMk cId="2839848036" sldId="264"/>
            <ac:spMk id="3" creationId="{2B9987CF-F5BF-523F-FBC6-D350120ECC0C}"/>
          </ac:spMkLst>
        </pc:spChg>
        <pc:spChg chg="add mod">
          <ac:chgData name="심규진(컴퓨터공학과)" userId="2b7dfa0c-af93-4b58-afd3-2643c9a14859" providerId="ADAL" clId="{B00FB3F8-D0CC-4996-9E04-23E206BD43F8}" dt="2025-02-22T07:10:22.906" v="1477" actId="14100"/>
          <ac:spMkLst>
            <pc:docMk/>
            <pc:sldMk cId="2839848036" sldId="264"/>
            <ac:spMk id="7" creationId="{A2150ED8-1312-5EA4-AC5C-0C3DD1457372}"/>
          </ac:spMkLst>
        </pc:spChg>
        <pc:picChg chg="add mod">
          <ac:chgData name="심규진(컴퓨터공학과)" userId="2b7dfa0c-af93-4b58-afd3-2643c9a14859" providerId="ADAL" clId="{B00FB3F8-D0CC-4996-9E04-23E206BD43F8}" dt="2025-02-22T07:09:41.411" v="1377" actId="1076"/>
          <ac:picMkLst>
            <pc:docMk/>
            <pc:sldMk cId="2839848036" sldId="264"/>
            <ac:picMk id="5" creationId="{1391B307-931E-BFD4-4CC7-9B763416AF45}"/>
          </ac:picMkLst>
        </pc:picChg>
      </pc:sldChg>
      <pc:sldChg chg="addSp delSp modSp add del mod">
        <pc:chgData name="심규진(컴퓨터공학과)" userId="2b7dfa0c-af93-4b58-afd3-2643c9a14859" providerId="ADAL" clId="{B00FB3F8-D0CC-4996-9E04-23E206BD43F8}" dt="2025-02-23T06:51:04.411" v="7614" actId="47"/>
        <pc:sldMkLst>
          <pc:docMk/>
          <pc:sldMk cId="956487478" sldId="265"/>
        </pc:sldMkLst>
      </pc:sldChg>
      <pc:sldChg chg="modSp add mod">
        <pc:chgData name="심규진(컴퓨터공학과)" userId="2b7dfa0c-af93-4b58-afd3-2643c9a14859" providerId="ADAL" clId="{B00FB3F8-D0CC-4996-9E04-23E206BD43F8}" dt="2025-02-22T07:52:27.943" v="3820"/>
        <pc:sldMkLst>
          <pc:docMk/>
          <pc:sldMk cId="1439670517" sldId="266"/>
        </pc:sldMkLst>
        <pc:spChg chg="mod">
          <ac:chgData name="심규진(컴퓨터공학과)" userId="2b7dfa0c-af93-4b58-afd3-2643c9a14859" providerId="ADAL" clId="{B00FB3F8-D0CC-4996-9E04-23E206BD43F8}" dt="2025-02-22T07:52:27.943" v="3820"/>
          <ac:spMkLst>
            <pc:docMk/>
            <pc:sldMk cId="1439670517" sldId="266"/>
            <ac:spMk id="2" creationId="{6B7AF4F4-9BB1-8069-1338-9F34E819338A}"/>
          </ac:spMkLst>
        </pc:spChg>
      </pc:sldChg>
      <pc:sldChg chg="addSp delSp modSp add mod">
        <pc:chgData name="심규진(컴퓨터공학과)" userId="2b7dfa0c-af93-4b58-afd3-2643c9a14859" providerId="ADAL" clId="{B00FB3F8-D0CC-4996-9E04-23E206BD43F8}" dt="2025-02-22T07:52:36.424" v="3843" actId="20577"/>
        <pc:sldMkLst>
          <pc:docMk/>
          <pc:sldMk cId="62422827" sldId="267"/>
        </pc:sldMkLst>
        <pc:spChg chg="mod">
          <ac:chgData name="심규진(컴퓨터공학과)" userId="2b7dfa0c-af93-4b58-afd3-2643c9a14859" providerId="ADAL" clId="{B00FB3F8-D0CC-4996-9E04-23E206BD43F8}" dt="2025-02-22T07:52:36.424" v="3843" actId="20577"/>
          <ac:spMkLst>
            <pc:docMk/>
            <pc:sldMk cId="62422827" sldId="267"/>
            <ac:spMk id="2" creationId="{432C9FD2-ECFF-4641-AFC0-5BEACB74405A}"/>
          </ac:spMkLst>
        </pc:spChg>
        <pc:spChg chg="mod">
          <ac:chgData name="심규진(컴퓨터공학과)" userId="2b7dfa0c-af93-4b58-afd3-2643c9a14859" providerId="ADAL" clId="{B00FB3F8-D0CC-4996-9E04-23E206BD43F8}" dt="2025-02-22T07:15:01.629" v="1758" actId="20577"/>
          <ac:spMkLst>
            <pc:docMk/>
            <pc:sldMk cId="62422827" sldId="267"/>
            <ac:spMk id="3" creationId="{FFDA6669-3AC6-57E9-25E1-528511E79FD3}"/>
          </ac:spMkLst>
        </pc:spChg>
        <pc:spChg chg="add mod">
          <ac:chgData name="심규진(컴퓨터공학과)" userId="2b7dfa0c-af93-4b58-afd3-2643c9a14859" providerId="ADAL" clId="{B00FB3F8-D0CC-4996-9E04-23E206BD43F8}" dt="2025-02-22T07:15:10.712" v="1761" actId="14100"/>
          <ac:spMkLst>
            <pc:docMk/>
            <pc:sldMk cId="62422827" sldId="267"/>
            <ac:spMk id="8" creationId="{1CF1BF91-AA2F-01A8-1051-D9AD51A82B66}"/>
          </ac:spMkLst>
        </pc:spChg>
        <pc:picChg chg="add mod">
          <ac:chgData name="심규진(컴퓨터공학과)" userId="2b7dfa0c-af93-4b58-afd3-2643c9a14859" providerId="ADAL" clId="{B00FB3F8-D0CC-4996-9E04-23E206BD43F8}" dt="2025-02-22T07:14:53.137" v="1709" actId="1076"/>
          <ac:picMkLst>
            <pc:docMk/>
            <pc:sldMk cId="62422827" sldId="267"/>
            <ac:picMk id="5" creationId="{06F56626-ED0F-A56D-9762-0685F3F5DC51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39.898" v="3844"/>
        <pc:sldMkLst>
          <pc:docMk/>
          <pc:sldMk cId="962401262" sldId="268"/>
        </pc:sldMkLst>
        <pc:spChg chg="mod">
          <ac:chgData name="심규진(컴퓨터공학과)" userId="2b7dfa0c-af93-4b58-afd3-2643c9a14859" providerId="ADAL" clId="{B00FB3F8-D0CC-4996-9E04-23E206BD43F8}" dt="2025-02-22T07:52:39.898" v="3844"/>
          <ac:spMkLst>
            <pc:docMk/>
            <pc:sldMk cId="962401262" sldId="268"/>
            <ac:spMk id="2" creationId="{D88490E0-3A87-FF6C-B127-A50206469A57}"/>
          </ac:spMkLst>
        </pc:spChg>
        <pc:spChg chg="mod">
          <ac:chgData name="심규진(컴퓨터공학과)" userId="2b7dfa0c-af93-4b58-afd3-2643c9a14859" providerId="ADAL" clId="{B00FB3F8-D0CC-4996-9E04-23E206BD43F8}" dt="2025-02-22T07:16:26.666" v="1844" actId="20577"/>
          <ac:spMkLst>
            <pc:docMk/>
            <pc:sldMk cId="962401262" sldId="268"/>
            <ac:spMk id="3" creationId="{69944326-5967-F2C0-62CF-9B3D73E35509}"/>
          </ac:spMkLst>
        </pc:spChg>
        <pc:spChg chg="add mod">
          <ac:chgData name="심규진(컴퓨터공학과)" userId="2b7dfa0c-af93-4b58-afd3-2643c9a14859" providerId="ADAL" clId="{B00FB3F8-D0CC-4996-9E04-23E206BD43F8}" dt="2025-02-22T07:16:47.429" v="1853" actId="14100"/>
          <ac:spMkLst>
            <pc:docMk/>
            <pc:sldMk cId="962401262" sldId="268"/>
            <ac:spMk id="7" creationId="{E8E308D7-2B86-C261-5D84-B17504C0DBCB}"/>
          </ac:spMkLst>
        </pc:spChg>
        <pc:spChg chg="mod">
          <ac:chgData name="심규진(컴퓨터공학과)" userId="2b7dfa0c-af93-4b58-afd3-2643c9a14859" providerId="ADAL" clId="{B00FB3F8-D0CC-4996-9E04-23E206BD43F8}" dt="2025-02-22T07:16:36.965" v="1848" actId="14100"/>
          <ac:spMkLst>
            <pc:docMk/>
            <pc:sldMk cId="962401262" sldId="268"/>
            <ac:spMk id="8" creationId="{BDF81D1A-40FB-DC4D-89B9-F7BB6D85DE1C}"/>
          </ac:spMkLst>
        </pc:spChg>
        <pc:picChg chg="add mod ord">
          <ac:chgData name="심규진(컴퓨터공학과)" userId="2b7dfa0c-af93-4b58-afd3-2643c9a14859" providerId="ADAL" clId="{B00FB3F8-D0CC-4996-9E04-23E206BD43F8}" dt="2025-02-22T07:16:32.309" v="1846" actId="167"/>
          <ac:picMkLst>
            <pc:docMk/>
            <pc:sldMk cId="962401262" sldId="268"/>
            <ac:picMk id="6" creationId="{50F177A0-267E-931E-210A-15A34641AEF3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5:16:21.636" v="4966" actId="20577"/>
        <pc:sldMkLst>
          <pc:docMk/>
          <pc:sldMk cId="3686198678" sldId="269"/>
        </pc:sldMkLst>
        <pc:spChg chg="mod">
          <ac:chgData name="심규진(컴퓨터공학과)" userId="2b7dfa0c-af93-4b58-afd3-2643c9a14859" providerId="ADAL" clId="{B00FB3F8-D0CC-4996-9E04-23E206BD43F8}" dt="2025-02-22T07:52:42.912" v="3845"/>
          <ac:spMkLst>
            <pc:docMk/>
            <pc:sldMk cId="3686198678" sldId="269"/>
            <ac:spMk id="2" creationId="{8ACF8866-9296-D224-73F3-E0D8BB62E55D}"/>
          </ac:spMkLst>
        </pc:spChg>
        <pc:spChg chg="mod">
          <ac:chgData name="심규진(컴퓨터공학과)" userId="2b7dfa0c-af93-4b58-afd3-2643c9a14859" providerId="ADAL" clId="{B00FB3F8-D0CC-4996-9E04-23E206BD43F8}" dt="2025-02-23T05:16:21.636" v="4966" actId="20577"/>
          <ac:spMkLst>
            <pc:docMk/>
            <pc:sldMk cId="3686198678" sldId="269"/>
            <ac:spMk id="3" creationId="{BEDBEFBD-73F0-C34B-3C49-0AEB865BC4A9}"/>
          </ac:spMkLst>
        </pc:spChg>
        <pc:spChg chg="mod">
          <ac:chgData name="심규진(컴퓨터공학과)" userId="2b7dfa0c-af93-4b58-afd3-2643c9a14859" providerId="ADAL" clId="{B00FB3F8-D0CC-4996-9E04-23E206BD43F8}" dt="2025-02-22T07:19:11.224" v="1977" actId="14100"/>
          <ac:spMkLst>
            <pc:docMk/>
            <pc:sldMk cId="3686198678" sldId="269"/>
            <ac:spMk id="7" creationId="{BE72A031-BDD5-F3ED-5FA4-8832BB382CE9}"/>
          </ac:spMkLst>
        </pc:spChg>
        <pc:spChg chg="mod">
          <ac:chgData name="심규진(컴퓨터공학과)" userId="2b7dfa0c-af93-4b58-afd3-2643c9a14859" providerId="ADAL" clId="{B00FB3F8-D0CC-4996-9E04-23E206BD43F8}" dt="2025-02-22T07:19:02.083" v="1975" actId="14100"/>
          <ac:spMkLst>
            <pc:docMk/>
            <pc:sldMk cId="3686198678" sldId="269"/>
            <ac:spMk id="8" creationId="{36B2C909-100B-BEE6-ACAA-8BD45134ACEB}"/>
          </ac:spMkLst>
        </pc:spChg>
        <pc:spChg chg="add mod">
          <ac:chgData name="심규진(컴퓨터공학과)" userId="2b7dfa0c-af93-4b58-afd3-2643c9a14859" providerId="ADAL" clId="{B00FB3F8-D0CC-4996-9E04-23E206BD43F8}" dt="2025-02-22T07:20:41.692" v="2251" actId="14100"/>
          <ac:spMkLst>
            <pc:docMk/>
            <pc:sldMk cId="3686198678" sldId="269"/>
            <ac:spMk id="9" creationId="{F716FD0E-0FB5-162C-B6B1-2AA52CF661EC}"/>
          </ac:spMkLst>
        </pc:spChg>
        <pc:picChg chg="add mod ord">
          <ac:chgData name="심규진(컴퓨터공학과)" userId="2b7dfa0c-af93-4b58-afd3-2643c9a14859" providerId="ADAL" clId="{B00FB3F8-D0CC-4996-9E04-23E206BD43F8}" dt="2025-02-22T07:21:35.114" v="2258" actId="1076"/>
          <ac:picMkLst>
            <pc:docMk/>
            <pc:sldMk cId="3686198678" sldId="269"/>
            <ac:picMk id="11" creationId="{481E98F7-51DF-8B12-D2C0-334B7B16E983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45.104" v="3846"/>
        <pc:sldMkLst>
          <pc:docMk/>
          <pc:sldMk cId="1748576609" sldId="270"/>
        </pc:sldMkLst>
        <pc:spChg chg="mod">
          <ac:chgData name="심규진(컴퓨터공학과)" userId="2b7dfa0c-af93-4b58-afd3-2643c9a14859" providerId="ADAL" clId="{B00FB3F8-D0CC-4996-9E04-23E206BD43F8}" dt="2025-02-22T07:52:45.104" v="3846"/>
          <ac:spMkLst>
            <pc:docMk/>
            <pc:sldMk cId="1748576609" sldId="270"/>
            <ac:spMk id="2" creationId="{E7F18AD2-7EA6-028B-89F1-FABB1DA92161}"/>
          </ac:spMkLst>
        </pc:spChg>
        <pc:spChg chg="mod">
          <ac:chgData name="심규진(컴퓨터공학과)" userId="2b7dfa0c-af93-4b58-afd3-2643c9a14859" providerId="ADAL" clId="{B00FB3F8-D0CC-4996-9E04-23E206BD43F8}" dt="2025-02-22T07:23:31.099" v="2411" actId="20577"/>
          <ac:spMkLst>
            <pc:docMk/>
            <pc:sldMk cId="1748576609" sldId="270"/>
            <ac:spMk id="3" creationId="{3BB362E1-61F4-4CF9-6C14-05594289CE2D}"/>
          </ac:spMkLst>
        </pc:spChg>
        <pc:spChg chg="mod">
          <ac:chgData name="심규진(컴퓨터공학과)" userId="2b7dfa0c-af93-4b58-afd3-2643c9a14859" providerId="ADAL" clId="{B00FB3F8-D0CC-4996-9E04-23E206BD43F8}" dt="2025-02-22T07:23:21.266" v="2321" actId="1076"/>
          <ac:spMkLst>
            <pc:docMk/>
            <pc:sldMk cId="1748576609" sldId="270"/>
            <ac:spMk id="7" creationId="{6E378B8A-C19B-45D3-3D7D-C460C2421AEB}"/>
          </ac:spMkLst>
        </pc:spChg>
        <pc:spChg chg="mod">
          <ac:chgData name="심규진(컴퓨터공학과)" userId="2b7dfa0c-af93-4b58-afd3-2643c9a14859" providerId="ADAL" clId="{B00FB3F8-D0CC-4996-9E04-23E206BD43F8}" dt="2025-02-22T07:23:21.266" v="2321" actId="1076"/>
          <ac:spMkLst>
            <pc:docMk/>
            <pc:sldMk cId="1748576609" sldId="270"/>
            <ac:spMk id="8" creationId="{8CC7D455-774E-93AE-A270-1155DDA3B492}"/>
          </ac:spMkLst>
        </pc:spChg>
        <pc:picChg chg="add mod ord">
          <ac:chgData name="심규진(컴퓨터공학과)" userId="2b7dfa0c-af93-4b58-afd3-2643c9a14859" providerId="ADAL" clId="{B00FB3F8-D0CC-4996-9E04-23E206BD43F8}" dt="2025-02-22T07:23:21.266" v="2321" actId="1076"/>
          <ac:picMkLst>
            <pc:docMk/>
            <pc:sldMk cId="1748576609" sldId="270"/>
            <ac:picMk id="10" creationId="{1E491D69-051A-6D87-905A-5F674183A3EA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50.629" v="3847"/>
        <pc:sldMkLst>
          <pc:docMk/>
          <pc:sldMk cId="1508889315" sldId="271"/>
        </pc:sldMkLst>
        <pc:spChg chg="mod">
          <ac:chgData name="심규진(컴퓨터공학과)" userId="2b7dfa0c-af93-4b58-afd3-2643c9a14859" providerId="ADAL" clId="{B00FB3F8-D0CC-4996-9E04-23E206BD43F8}" dt="2025-02-22T07:52:50.629" v="3847"/>
          <ac:spMkLst>
            <pc:docMk/>
            <pc:sldMk cId="1508889315" sldId="271"/>
            <ac:spMk id="2" creationId="{02E9BDA9-1416-13FD-3535-4DDE095960BC}"/>
          </ac:spMkLst>
        </pc:spChg>
        <pc:spChg chg="mod">
          <ac:chgData name="심규진(컴퓨터공학과)" userId="2b7dfa0c-af93-4b58-afd3-2643c9a14859" providerId="ADAL" clId="{B00FB3F8-D0CC-4996-9E04-23E206BD43F8}" dt="2025-02-22T07:25:05.117" v="2513" actId="20577"/>
          <ac:spMkLst>
            <pc:docMk/>
            <pc:sldMk cId="1508889315" sldId="271"/>
            <ac:spMk id="3" creationId="{0B73DF44-053C-76D4-A6A7-3351C06BE388}"/>
          </ac:spMkLst>
        </pc:spChg>
        <pc:spChg chg="add mod">
          <ac:chgData name="심규진(컴퓨터공학과)" userId="2b7dfa0c-af93-4b58-afd3-2643c9a14859" providerId="ADAL" clId="{B00FB3F8-D0CC-4996-9E04-23E206BD43F8}" dt="2025-02-22T07:25:23.908" v="2516" actId="14100"/>
          <ac:spMkLst>
            <pc:docMk/>
            <pc:sldMk cId="1508889315" sldId="271"/>
            <ac:spMk id="6" creationId="{CF180AA2-3FB0-C260-CE72-D2CB26930AEB}"/>
          </ac:spMkLst>
        </pc:spChg>
        <pc:spChg chg="mod ord">
          <ac:chgData name="심규진(컴퓨터공학과)" userId="2b7dfa0c-af93-4b58-afd3-2643c9a14859" providerId="ADAL" clId="{B00FB3F8-D0CC-4996-9E04-23E206BD43F8}" dt="2025-02-22T07:25:02.869" v="2512" actId="14100"/>
          <ac:spMkLst>
            <pc:docMk/>
            <pc:sldMk cId="1508889315" sldId="271"/>
            <ac:spMk id="7" creationId="{64A2EE7B-EA36-3830-315A-EDD6C0E2E9DC}"/>
          </ac:spMkLst>
        </pc:spChg>
        <pc:picChg chg="add mod">
          <ac:chgData name="심규진(컴퓨터공학과)" userId="2b7dfa0c-af93-4b58-afd3-2643c9a14859" providerId="ADAL" clId="{B00FB3F8-D0CC-4996-9E04-23E206BD43F8}" dt="2025-02-22T07:24:41.896" v="2418" actId="1076"/>
          <ac:picMkLst>
            <pc:docMk/>
            <pc:sldMk cId="1508889315" sldId="271"/>
            <ac:picMk id="5" creationId="{8FFAD125-1499-11E8-22BC-615C04F7A7E4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56.721" v="3877" actId="20577"/>
        <pc:sldMkLst>
          <pc:docMk/>
          <pc:sldMk cId="2375210323" sldId="272"/>
        </pc:sldMkLst>
        <pc:spChg chg="mod">
          <ac:chgData name="심규진(컴퓨터공학과)" userId="2b7dfa0c-af93-4b58-afd3-2643c9a14859" providerId="ADAL" clId="{B00FB3F8-D0CC-4996-9E04-23E206BD43F8}" dt="2025-02-22T07:52:56.721" v="3877" actId="20577"/>
          <ac:spMkLst>
            <pc:docMk/>
            <pc:sldMk cId="2375210323" sldId="272"/>
            <ac:spMk id="2" creationId="{9CBB384F-2BD1-CFB7-6FAC-BB78237E9468}"/>
          </ac:spMkLst>
        </pc:spChg>
        <pc:spChg chg="mod">
          <ac:chgData name="심규진(컴퓨터공학과)" userId="2b7dfa0c-af93-4b58-afd3-2643c9a14859" providerId="ADAL" clId="{B00FB3F8-D0CC-4996-9E04-23E206BD43F8}" dt="2025-02-22T07:28:33.819" v="2750" actId="20577"/>
          <ac:spMkLst>
            <pc:docMk/>
            <pc:sldMk cId="2375210323" sldId="272"/>
            <ac:spMk id="3" creationId="{8181E240-5498-8A5B-D911-95F1C1A8D50F}"/>
          </ac:spMkLst>
        </pc:spChg>
        <pc:spChg chg="mod ord">
          <ac:chgData name="심규진(컴퓨터공학과)" userId="2b7dfa0c-af93-4b58-afd3-2643c9a14859" providerId="ADAL" clId="{B00FB3F8-D0CC-4996-9E04-23E206BD43F8}" dt="2025-02-22T07:28:11.208" v="2638" actId="1076"/>
          <ac:spMkLst>
            <pc:docMk/>
            <pc:sldMk cId="2375210323" sldId="272"/>
            <ac:spMk id="6" creationId="{6CD1291F-8180-9E34-1C8F-53588D71DBEB}"/>
          </ac:spMkLst>
        </pc:spChg>
        <pc:spChg chg="add mod">
          <ac:chgData name="심규진(컴퓨터공학과)" userId="2b7dfa0c-af93-4b58-afd3-2643c9a14859" providerId="ADAL" clId="{B00FB3F8-D0CC-4996-9E04-23E206BD43F8}" dt="2025-02-22T07:29:18.134" v="2759" actId="1076"/>
          <ac:spMkLst>
            <pc:docMk/>
            <pc:sldMk cId="2375210323" sldId="272"/>
            <ac:spMk id="15" creationId="{6793DBA9-3907-6B73-E311-2AC2BE7EA1A2}"/>
          </ac:spMkLst>
        </pc:spChg>
        <pc:picChg chg="add mod">
          <ac:chgData name="심규진(컴퓨터공학과)" userId="2b7dfa0c-af93-4b58-afd3-2643c9a14859" providerId="ADAL" clId="{B00FB3F8-D0CC-4996-9E04-23E206BD43F8}" dt="2025-02-22T07:28:11.208" v="2638" actId="1076"/>
          <ac:picMkLst>
            <pc:docMk/>
            <pc:sldMk cId="2375210323" sldId="272"/>
            <ac:picMk id="10" creationId="{D89D0D9C-B0DC-DEE5-4ACD-8E789BBB3DE7}"/>
          </ac:picMkLst>
        </pc:picChg>
        <pc:picChg chg="add mod">
          <ac:chgData name="심규진(컴퓨터공학과)" userId="2b7dfa0c-af93-4b58-afd3-2643c9a14859" providerId="ADAL" clId="{B00FB3F8-D0CC-4996-9E04-23E206BD43F8}" dt="2025-02-22T07:29:16.184" v="2758" actId="1076"/>
          <ac:picMkLst>
            <pc:docMk/>
            <pc:sldMk cId="2375210323" sldId="272"/>
            <ac:picMk id="12" creationId="{2822CE0D-9C27-A423-1DE1-C47CFA38D8F1}"/>
          </ac:picMkLst>
        </pc:picChg>
      </pc:sldChg>
      <pc:sldChg chg="addSp delSp modSp add del mod">
        <pc:chgData name="심규진(컴퓨터공학과)" userId="2b7dfa0c-af93-4b58-afd3-2643c9a14859" providerId="ADAL" clId="{B00FB3F8-D0CC-4996-9E04-23E206BD43F8}" dt="2025-02-22T07:53:35.528" v="3880" actId="47"/>
        <pc:sldMkLst>
          <pc:docMk/>
          <pc:sldMk cId="59869223" sldId="273"/>
        </pc:sldMkLst>
      </pc:sldChg>
      <pc:sldChg chg="addSp delSp modSp add mod">
        <pc:chgData name="심규진(컴퓨터공학과)" userId="2b7dfa0c-af93-4b58-afd3-2643c9a14859" providerId="ADAL" clId="{B00FB3F8-D0CC-4996-9E04-23E206BD43F8}" dt="2025-02-22T07:53:03.632" v="3879"/>
        <pc:sldMkLst>
          <pc:docMk/>
          <pc:sldMk cId="1214468476" sldId="274"/>
        </pc:sldMkLst>
        <pc:spChg chg="mod">
          <ac:chgData name="심규진(컴퓨터공학과)" userId="2b7dfa0c-af93-4b58-afd3-2643c9a14859" providerId="ADAL" clId="{B00FB3F8-D0CC-4996-9E04-23E206BD43F8}" dt="2025-02-22T07:53:03.632" v="3879"/>
          <ac:spMkLst>
            <pc:docMk/>
            <pc:sldMk cId="1214468476" sldId="274"/>
            <ac:spMk id="2" creationId="{47BB1B91-9B5D-ED17-9AD3-703B24559612}"/>
          </ac:spMkLst>
        </pc:spChg>
        <pc:spChg chg="mod">
          <ac:chgData name="심규진(컴퓨터공학과)" userId="2b7dfa0c-af93-4b58-afd3-2643c9a14859" providerId="ADAL" clId="{B00FB3F8-D0CC-4996-9E04-23E206BD43F8}" dt="2025-02-22T07:35:09.070" v="3016" actId="20577"/>
          <ac:spMkLst>
            <pc:docMk/>
            <pc:sldMk cId="1214468476" sldId="274"/>
            <ac:spMk id="3" creationId="{D087DB54-3BA8-34F2-A490-CEF39A0A120A}"/>
          </ac:spMkLst>
        </pc:spChg>
        <pc:spChg chg="mod">
          <ac:chgData name="심규진(컴퓨터공학과)" userId="2b7dfa0c-af93-4b58-afd3-2643c9a14859" providerId="ADAL" clId="{B00FB3F8-D0CC-4996-9E04-23E206BD43F8}" dt="2025-02-22T07:33:07.053" v="2952" actId="1076"/>
          <ac:spMkLst>
            <pc:docMk/>
            <pc:sldMk cId="1214468476" sldId="274"/>
            <ac:spMk id="7" creationId="{F0581296-01B7-5C6B-53B0-11F384F6EC41}"/>
          </ac:spMkLst>
        </pc:spChg>
        <pc:spChg chg="mod">
          <ac:chgData name="심규진(컴퓨터공학과)" userId="2b7dfa0c-af93-4b58-afd3-2643c9a14859" providerId="ADAL" clId="{B00FB3F8-D0CC-4996-9E04-23E206BD43F8}" dt="2025-02-22T07:33:20.974" v="2957" actId="14100"/>
          <ac:spMkLst>
            <pc:docMk/>
            <pc:sldMk cId="1214468476" sldId="274"/>
            <ac:spMk id="8" creationId="{A1D68B46-BCAD-8130-89A0-D79003A53A61}"/>
          </ac:spMkLst>
        </pc:spChg>
        <pc:picChg chg="mod modCrop">
          <ac:chgData name="심규진(컴퓨터공학과)" userId="2b7dfa0c-af93-4b58-afd3-2643c9a14859" providerId="ADAL" clId="{B00FB3F8-D0CC-4996-9E04-23E206BD43F8}" dt="2025-02-22T07:33:18.270" v="2956" actId="732"/>
          <ac:picMkLst>
            <pc:docMk/>
            <pc:sldMk cId="1214468476" sldId="274"/>
            <ac:picMk id="5" creationId="{2A416973-0382-B8FA-19B9-2402C287A5E7}"/>
          </ac:picMkLst>
        </pc:picChg>
        <pc:picChg chg="add mod modCrop">
          <ac:chgData name="심규진(컴퓨터공학과)" userId="2b7dfa0c-af93-4b58-afd3-2643c9a14859" providerId="ADAL" clId="{B00FB3F8-D0CC-4996-9E04-23E206BD43F8}" dt="2025-02-22T07:35:02.343" v="3010" actId="14100"/>
          <ac:picMkLst>
            <pc:docMk/>
            <pc:sldMk cId="1214468476" sldId="274"/>
            <ac:picMk id="10" creationId="{6C1B6BC9-0099-E480-D91E-9B9746A4FCA4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6:55:02.320" v="7642" actId="1076"/>
        <pc:sldMkLst>
          <pc:docMk/>
          <pc:sldMk cId="3314558245" sldId="275"/>
        </pc:sldMkLst>
        <pc:spChg chg="mod">
          <ac:chgData name="심규진(컴퓨터공학과)" userId="2b7dfa0c-af93-4b58-afd3-2643c9a14859" providerId="ADAL" clId="{B00FB3F8-D0CC-4996-9E04-23E206BD43F8}" dt="2025-02-22T07:53:45.096" v="3881"/>
          <ac:spMkLst>
            <pc:docMk/>
            <pc:sldMk cId="3314558245" sldId="275"/>
            <ac:spMk id="2" creationId="{91E27466-3882-E77A-C32E-6569EFFE814A}"/>
          </ac:spMkLst>
        </pc:spChg>
        <pc:spChg chg="mod">
          <ac:chgData name="심규진(컴퓨터공학과)" userId="2b7dfa0c-af93-4b58-afd3-2643c9a14859" providerId="ADAL" clId="{B00FB3F8-D0CC-4996-9E04-23E206BD43F8}" dt="2025-02-22T07:37:27.371" v="3227" actId="403"/>
          <ac:spMkLst>
            <pc:docMk/>
            <pc:sldMk cId="3314558245" sldId="275"/>
            <ac:spMk id="3" creationId="{044C81F2-14DD-B53B-2CAE-8DC7DF91E00F}"/>
          </ac:spMkLst>
        </pc:spChg>
        <pc:spChg chg="mod">
          <ac:chgData name="심규진(컴퓨터공학과)" userId="2b7dfa0c-af93-4b58-afd3-2643c9a14859" providerId="ADAL" clId="{B00FB3F8-D0CC-4996-9E04-23E206BD43F8}" dt="2025-02-23T06:55:02.320" v="7642" actId="1076"/>
          <ac:spMkLst>
            <pc:docMk/>
            <pc:sldMk cId="3314558245" sldId="275"/>
            <ac:spMk id="7" creationId="{EF23DB39-C08D-1B9C-50DC-36AAF2A2B580}"/>
          </ac:spMkLst>
        </pc:spChg>
        <pc:picChg chg="add mod ord modCrop">
          <ac:chgData name="심규진(컴퓨터공학과)" userId="2b7dfa0c-af93-4b58-afd3-2643c9a14859" providerId="ADAL" clId="{B00FB3F8-D0CC-4996-9E04-23E206BD43F8}" dt="2025-02-23T06:55:02.320" v="7642" actId="1076"/>
          <ac:picMkLst>
            <pc:docMk/>
            <pc:sldMk cId="3314558245" sldId="275"/>
            <ac:picMk id="6" creationId="{7D56809B-B278-4837-7EBC-352AF7798367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6:52:47.962" v="7626" actId="20577"/>
        <pc:sldMkLst>
          <pc:docMk/>
          <pc:sldMk cId="4052740424" sldId="276"/>
        </pc:sldMkLst>
        <pc:spChg chg="mod">
          <ac:chgData name="심규진(컴퓨터공학과)" userId="2b7dfa0c-af93-4b58-afd3-2643c9a14859" providerId="ADAL" clId="{B00FB3F8-D0CC-4996-9E04-23E206BD43F8}" dt="2025-02-22T07:53:50.047" v="3882"/>
          <ac:spMkLst>
            <pc:docMk/>
            <pc:sldMk cId="4052740424" sldId="276"/>
            <ac:spMk id="2" creationId="{12D0BDE4-784E-79E7-3687-F936F56FF345}"/>
          </ac:spMkLst>
        </pc:spChg>
        <pc:spChg chg="mod">
          <ac:chgData name="심규진(컴퓨터공학과)" userId="2b7dfa0c-af93-4b58-afd3-2643c9a14859" providerId="ADAL" clId="{B00FB3F8-D0CC-4996-9E04-23E206BD43F8}" dt="2025-02-23T06:52:47.962" v="7626" actId="20577"/>
          <ac:spMkLst>
            <pc:docMk/>
            <pc:sldMk cId="4052740424" sldId="276"/>
            <ac:spMk id="3" creationId="{FD1C8B0F-59B7-3C00-53D6-C50A21E7D15A}"/>
          </ac:spMkLst>
        </pc:spChg>
        <pc:picChg chg="add mod">
          <ac:chgData name="심규진(컴퓨터공학과)" userId="2b7dfa0c-af93-4b58-afd3-2643c9a14859" providerId="ADAL" clId="{B00FB3F8-D0CC-4996-9E04-23E206BD43F8}" dt="2025-02-22T07:45:36.049" v="3543" actId="1076"/>
          <ac:picMkLst>
            <pc:docMk/>
            <pc:sldMk cId="4052740424" sldId="276"/>
            <ac:picMk id="9" creationId="{D3E33030-84C6-D816-1619-6DD78774C530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6:52:59.513" v="7639" actId="20577"/>
        <pc:sldMkLst>
          <pc:docMk/>
          <pc:sldMk cId="3176448966" sldId="277"/>
        </pc:sldMkLst>
        <pc:spChg chg="mod">
          <ac:chgData name="심규진(컴퓨터공학과)" userId="2b7dfa0c-af93-4b58-afd3-2643c9a14859" providerId="ADAL" clId="{B00FB3F8-D0CC-4996-9E04-23E206BD43F8}" dt="2025-02-22T07:54:00.539" v="3883"/>
          <ac:spMkLst>
            <pc:docMk/>
            <pc:sldMk cId="3176448966" sldId="277"/>
            <ac:spMk id="2" creationId="{2C9E9F7B-69CB-C87D-761D-1B7B45988CBA}"/>
          </ac:spMkLst>
        </pc:spChg>
        <pc:spChg chg="mod">
          <ac:chgData name="심규진(컴퓨터공학과)" userId="2b7dfa0c-af93-4b58-afd3-2643c9a14859" providerId="ADAL" clId="{B00FB3F8-D0CC-4996-9E04-23E206BD43F8}" dt="2025-02-23T06:52:59.513" v="7639" actId="20577"/>
          <ac:spMkLst>
            <pc:docMk/>
            <pc:sldMk cId="3176448966" sldId="277"/>
            <ac:spMk id="3" creationId="{7642CF09-FF03-509B-EB58-ED3498E6F98B}"/>
          </ac:spMkLst>
        </pc:spChg>
        <pc:spChg chg="mod">
          <ac:chgData name="심규진(컴퓨터공학과)" userId="2b7dfa0c-af93-4b58-afd3-2643c9a14859" providerId="ADAL" clId="{B00FB3F8-D0CC-4996-9E04-23E206BD43F8}" dt="2025-02-22T07:51:09.356" v="3778" actId="1076"/>
          <ac:spMkLst>
            <pc:docMk/>
            <pc:sldMk cId="3176448966" sldId="277"/>
            <ac:spMk id="13" creationId="{D558CDFE-824F-6BA4-FAD0-02F04D499C34}"/>
          </ac:spMkLst>
        </pc:spChg>
        <pc:picChg chg="add mod">
          <ac:chgData name="심규진(컴퓨터공학과)" userId="2b7dfa0c-af93-4b58-afd3-2643c9a14859" providerId="ADAL" clId="{B00FB3F8-D0CC-4996-9E04-23E206BD43F8}" dt="2025-02-22T07:51:05.745" v="3777" actId="1076"/>
          <ac:picMkLst>
            <pc:docMk/>
            <pc:sldMk cId="3176448966" sldId="277"/>
            <ac:picMk id="5" creationId="{EA16CB57-3786-BA99-80A6-817F2BF1E7FF}"/>
          </ac:picMkLst>
        </pc:picChg>
        <pc:picChg chg="mod">
          <ac:chgData name="심규진(컴퓨터공학과)" userId="2b7dfa0c-af93-4b58-afd3-2643c9a14859" providerId="ADAL" clId="{B00FB3F8-D0CC-4996-9E04-23E206BD43F8}" dt="2025-02-22T07:51:09.356" v="3778" actId="1076"/>
          <ac:picMkLst>
            <pc:docMk/>
            <pc:sldMk cId="3176448966" sldId="277"/>
            <ac:picMk id="12" creationId="{F59F7A72-0A8D-D7F5-4B2E-C6DD0F03E527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2:11.929" v="4729" actId="20577"/>
        <pc:sldMkLst>
          <pc:docMk/>
          <pc:sldMk cId="1981468329" sldId="278"/>
        </pc:sldMkLst>
        <pc:spChg chg="mod">
          <ac:chgData name="심규진(컴퓨터공학과)" userId="2b7dfa0c-af93-4b58-afd3-2643c9a14859" providerId="ADAL" clId="{B00FB3F8-D0CC-4996-9E04-23E206BD43F8}" dt="2025-02-22T08:10:28.173" v="4608" actId="20577"/>
          <ac:spMkLst>
            <pc:docMk/>
            <pc:sldMk cId="1981468329" sldId="278"/>
            <ac:spMk id="2" creationId="{A4CF108C-C289-4A78-B88C-6D8A0F5A15C3}"/>
          </ac:spMkLst>
        </pc:spChg>
        <pc:spChg chg="mod">
          <ac:chgData name="심규진(컴퓨터공학과)" userId="2b7dfa0c-af93-4b58-afd3-2643c9a14859" providerId="ADAL" clId="{B00FB3F8-D0CC-4996-9E04-23E206BD43F8}" dt="2025-02-22T08:12:11.929" v="4729" actId="20577"/>
          <ac:spMkLst>
            <pc:docMk/>
            <pc:sldMk cId="1981468329" sldId="278"/>
            <ac:spMk id="3" creationId="{6DF6BA08-4136-1E4E-586A-8CA8B7E460D3}"/>
          </ac:spMkLst>
        </pc:spChg>
        <pc:spChg chg="add mod">
          <ac:chgData name="심규진(컴퓨터공학과)" userId="2b7dfa0c-af93-4b58-afd3-2643c9a14859" providerId="ADAL" clId="{B00FB3F8-D0CC-4996-9E04-23E206BD43F8}" dt="2025-02-22T08:11:45.582" v="4666" actId="14100"/>
          <ac:spMkLst>
            <pc:docMk/>
            <pc:sldMk cId="1981468329" sldId="278"/>
            <ac:spMk id="7" creationId="{CC225482-0F57-2043-5A7D-BF4F3D8680BC}"/>
          </ac:spMkLst>
        </pc:spChg>
        <pc:picChg chg="add mod">
          <ac:chgData name="심규진(컴퓨터공학과)" userId="2b7dfa0c-af93-4b58-afd3-2643c9a14859" providerId="ADAL" clId="{B00FB3F8-D0CC-4996-9E04-23E206BD43F8}" dt="2025-02-22T08:00:43.272" v="4053" actId="1076"/>
          <ac:picMkLst>
            <pc:docMk/>
            <pc:sldMk cId="1981468329" sldId="278"/>
            <ac:picMk id="6" creationId="{B97C7224-A7C3-977C-86C1-324C52BFC30D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31.300" v="4609"/>
        <pc:sldMkLst>
          <pc:docMk/>
          <pc:sldMk cId="3958275472" sldId="279"/>
        </pc:sldMkLst>
        <pc:spChg chg="mod">
          <ac:chgData name="심규진(컴퓨터공학과)" userId="2b7dfa0c-af93-4b58-afd3-2643c9a14859" providerId="ADAL" clId="{B00FB3F8-D0CC-4996-9E04-23E206BD43F8}" dt="2025-02-22T08:10:31.300" v="4609"/>
          <ac:spMkLst>
            <pc:docMk/>
            <pc:sldMk cId="3958275472" sldId="279"/>
            <ac:spMk id="2" creationId="{2D588368-773B-48DD-9AFA-6488146943F7}"/>
          </ac:spMkLst>
        </pc:spChg>
        <pc:spChg chg="mod">
          <ac:chgData name="심규진(컴퓨터공학과)" userId="2b7dfa0c-af93-4b58-afd3-2643c9a14859" providerId="ADAL" clId="{B00FB3F8-D0CC-4996-9E04-23E206BD43F8}" dt="2025-02-22T08:01:18.578" v="4144" actId="20577"/>
          <ac:spMkLst>
            <pc:docMk/>
            <pc:sldMk cId="3958275472" sldId="279"/>
            <ac:spMk id="3" creationId="{C5C5FD56-2642-7C05-08D6-1C246B4EC60C}"/>
          </ac:spMkLst>
        </pc:spChg>
        <pc:spChg chg="mod">
          <ac:chgData name="심규진(컴퓨터공학과)" userId="2b7dfa0c-af93-4b58-afd3-2643c9a14859" providerId="ADAL" clId="{B00FB3F8-D0CC-4996-9E04-23E206BD43F8}" dt="2025-02-22T08:01:03.276" v="4062" actId="14100"/>
          <ac:spMkLst>
            <pc:docMk/>
            <pc:sldMk cId="3958275472" sldId="279"/>
            <ac:spMk id="7" creationId="{D807C222-7AB7-B0D8-3DD4-DC7C6982A62E}"/>
          </ac:spMkLst>
        </pc:spChg>
        <pc:picChg chg="add mod ord">
          <ac:chgData name="심규진(컴퓨터공학과)" userId="2b7dfa0c-af93-4b58-afd3-2643c9a14859" providerId="ADAL" clId="{B00FB3F8-D0CC-4996-9E04-23E206BD43F8}" dt="2025-02-22T08:00:59.517" v="4060" actId="1076"/>
          <ac:picMkLst>
            <pc:docMk/>
            <pc:sldMk cId="3958275472" sldId="279"/>
            <ac:picMk id="5" creationId="{1E57BAA0-FC73-0396-F2EF-6F9695AC8464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33.547" v="4610"/>
        <pc:sldMkLst>
          <pc:docMk/>
          <pc:sldMk cId="1415431700" sldId="280"/>
        </pc:sldMkLst>
        <pc:spChg chg="mod">
          <ac:chgData name="심규진(컴퓨터공학과)" userId="2b7dfa0c-af93-4b58-afd3-2643c9a14859" providerId="ADAL" clId="{B00FB3F8-D0CC-4996-9E04-23E206BD43F8}" dt="2025-02-22T08:10:33.547" v="4610"/>
          <ac:spMkLst>
            <pc:docMk/>
            <pc:sldMk cId="1415431700" sldId="280"/>
            <ac:spMk id="2" creationId="{BA60EDDB-B7E0-8A6A-C3C6-FC5283A6CE16}"/>
          </ac:spMkLst>
        </pc:spChg>
        <pc:spChg chg="mod">
          <ac:chgData name="심규진(컴퓨터공학과)" userId="2b7dfa0c-af93-4b58-afd3-2643c9a14859" providerId="ADAL" clId="{B00FB3F8-D0CC-4996-9E04-23E206BD43F8}" dt="2025-02-22T08:02:49.735" v="4212" actId="20577"/>
          <ac:spMkLst>
            <pc:docMk/>
            <pc:sldMk cId="1415431700" sldId="280"/>
            <ac:spMk id="3" creationId="{F05353C8-1870-9E9C-D238-3C19752F198E}"/>
          </ac:spMkLst>
        </pc:spChg>
        <pc:picChg chg="add mod">
          <ac:chgData name="심규진(컴퓨터공학과)" userId="2b7dfa0c-af93-4b58-afd3-2643c9a14859" providerId="ADAL" clId="{B00FB3F8-D0CC-4996-9E04-23E206BD43F8}" dt="2025-02-22T08:02:29.745" v="4149" actId="1076"/>
          <ac:picMkLst>
            <pc:docMk/>
            <pc:sldMk cId="1415431700" sldId="280"/>
            <ac:picMk id="6" creationId="{1E777344-8AB9-1B02-C968-C2B18C220D51}"/>
          </ac:picMkLst>
        </pc:picChg>
        <pc:picChg chg="add mod">
          <ac:chgData name="심규진(컴퓨터공학과)" userId="2b7dfa0c-af93-4b58-afd3-2643c9a14859" providerId="ADAL" clId="{B00FB3F8-D0CC-4996-9E04-23E206BD43F8}" dt="2025-02-22T08:02:36.781" v="4151" actId="1076"/>
          <ac:picMkLst>
            <pc:docMk/>
            <pc:sldMk cId="1415431700" sldId="280"/>
            <ac:picMk id="9" creationId="{B9FEA651-E8C9-9707-43D9-8306C30F0289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38.349" v="4633" actId="20577"/>
        <pc:sldMkLst>
          <pc:docMk/>
          <pc:sldMk cId="3277650682" sldId="281"/>
        </pc:sldMkLst>
        <pc:spChg chg="mod">
          <ac:chgData name="심규진(컴퓨터공학과)" userId="2b7dfa0c-af93-4b58-afd3-2643c9a14859" providerId="ADAL" clId="{B00FB3F8-D0CC-4996-9E04-23E206BD43F8}" dt="2025-02-22T08:10:38.349" v="4633" actId="20577"/>
          <ac:spMkLst>
            <pc:docMk/>
            <pc:sldMk cId="3277650682" sldId="281"/>
            <ac:spMk id="2" creationId="{C96D5AFA-08D5-253F-B842-FBB28D76238B}"/>
          </ac:spMkLst>
        </pc:spChg>
        <pc:spChg chg="mod">
          <ac:chgData name="심규진(컴퓨터공학과)" userId="2b7dfa0c-af93-4b58-afd3-2643c9a14859" providerId="ADAL" clId="{B00FB3F8-D0CC-4996-9E04-23E206BD43F8}" dt="2025-02-22T08:04:46.503" v="4282" actId="20577"/>
          <ac:spMkLst>
            <pc:docMk/>
            <pc:sldMk cId="3277650682" sldId="281"/>
            <ac:spMk id="3" creationId="{AADBFCAB-403F-43DB-D4F7-75357C3D67AD}"/>
          </ac:spMkLst>
        </pc:spChg>
        <pc:picChg chg="add mod">
          <ac:chgData name="심규진(컴퓨터공학과)" userId="2b7dfa0c-af93-4b58-afd3-2643c9a14859" providerId="ADAL" clId="{B00FB3F8-D0CC-4996-9E04-23E206BD43F8}" dt="2025-02-22T08:03:29.594" v="4217" actId="1076"/>
          <ac:picMkLst>
            <pc:docMk/>
            <pc:sldMk cId="3277650682" sldId="281"/>
            <ac:picMk id="5" creationId="{E2A8D8A7-E729-032A-FFB0-DD17323C3AF7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41.008" v="4634"/>
        <pc:sldMkLst>
          <pc:docMk/>
          <pc:sldMk cId="1736252048" sldId="282"/>
        </pc:sldMkLst>
        <pc:spChg chg="mod">
          <ac:chgData name="심규진(컴퓨터공학과)" userId="2b7dfa0c-af93-4b58-afd3-2643c9a14859" providerId="ADAL" clId="{B00FB3F8-D0CC-4996-9E04-23E206BD43F8}" dt="2025-02-22T08:10:41.008" v="4634"/>
          <ac:spMkLst>
            <pc:docMk/>
            <pc:sldMk cId="1736252048" sldId="282"/>
            <ac:spMk id="2" creationId="{0750C718-E017-3F9D-AEAE-C4615C0B1F8C}"/>
          </ac:spMkLst>
        </pc:spChg>
        <pc:spChg chg="mod">
          <ac:chgData name="심규진(컴퓨터공학과)" userId="2b7dfa0c-af93-4b58-afd3-2643c9a14859" providerId="ADAL" clId="{B00FB3F8-D0CC-4996-9E04-23E206BD43F8}" dt="2025-02-22T08:06:24.491" v="4434" actId="20577"/>
          <ac:spMkLst>
            <pc:docMk/>
            <pc:sldMk cId="1736252048" sldId="282"/>
            <ac:spMk id="3" creationId="{0940F59C-1978-94B2-DFF7-77A59C84195D}"/>
          </ac:spMkLst>
        </pc:spChg>
        <pc:spChg chg="mod">
          <ac:chgData name="심규진(컴퓨터공학과)" userId="2b7dfa0c-af93-4b58-afd3-2643c9a14859" providerId="ADAL" clId="{B00FB3F8-D0CC-4996-9E04-23E206BD43F8}" dt="2025-02-22T08:06:27.814" v="4435" actId="1076"/>
          <ac:spMkLst>
            <pc:docMk/>
            <pc:sldMk cId="1736252048" sldId="282"/>
            <ac:spMk id="7" creationId="{9F1DA37B-6843-679A-6BC1-70DD8185DE83}"/>
          </ac:spMkLst>
        </pc:spChg>
        <pc:spChg chg="add mod">
          <ac:chgData name="심규진(컴퓨터공학과)" userId="2b7dfa0c-af93-4b58-afd3-2643c9a14859" providerId="ADAL" clId="{B00FB3F8-D0CC-4996-9E04-23E206BD43F8}" dt="2025-02-22T08:06:27.814" v="4435" actId="1076"/>
          <ac:spMkLst>
            <pc:docMk/>
            <pc:sldMk cId="1736252048" sldId="282"/>
            <ac:spMk id="8" creationId="{0FD1E040-4362-EE65-B65B-4709808EECC5}"/>
          </ac:spMkLst>
        </pc:spChg>
        <pc:spChg chg="add mod">
          <ac:chgData name="심규진(컴퓨터공학과)" userId="2b7dfa0c-af93-4b58-afd3-2643c9a14859" providerId="ADAL" clId="{B00FB3F8-D0CC-4996-9E04-23E206BD43F8}" dt="2025-02-22T08:06:27.814" v="4435" actId="1076"/>
          <ac:spMkLst>
            <pc:docMk/>
            <pc:sldMk cId="1736252048" sldId="282"/>
            <ac:spMk id="10" creationId="{E72E1DC4-9360-2E34-40F1-30CC9321579B}"/>
          </ac:spMkLst>
        </pc:spChg>
        <pc:spChg chg="add mod">
          <ac:chgData name="심규진(컴퓨터공학과)" userId="2b7dfa0c-af93-4b58-afd3-2643c9a14859" providerId="ADAL" clId="{B00FB3F8-D0CC-4996-9E04-23E206BD43F8}" dt="2025-02-22T08:06:27.814" v="4435" actId="1076"/>
          <ac:spMkLst>
            <pc:docMk/>
            <pc:sldMk cId="1736252048" sldId="282"/>
            <ac:spMk id="13" creationId="{BBE7243E-660B-8659-272B-879AD04A5076}"/>
          </ac:spMkLst>
        </pc:spChg>
        <pc:picChg chg="add mod ord">
          <ac:chgData name="심규진(컴퓨터공학과)" userId="2b7dfa0c-af93-4b58-afd3-2643c9a14859" providerId="ADAL" clId="{B00FB3F8-D0CC-4996-9E04-23E206BD43F8}" dt="2025-02-22T08:06:27.814" v="4435" actId="1076"/>
          <ac:picMkLst>
            <pc:docMk/>
            <pc:sldMk cId="1736252048" sldId="282"/>
            <ac:picMk id="6" creationId="{A5638EB2-CBA1-99D7-A6B4-02193CFDE543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54.470" v="4664" actId="20577"/>
        <pc:sldMkLst>
          <pc:docMk/>
          <pc:sldMk cId="4086740690" sldId="283"/>
        </pc:sldMkLst>
        <pc:spChg chg="mod">
          <ac:chgData name="심규진(컴퓨터공학과)" userId="2b7dfa0c-af93-4b58-afd3-2643c9a14859" providerId="ADAL" clId="{B00FB3F8-D0CC-4996-9E04-23E206BD43F8}" dt="2025-02-22T08:10:54.470" v="4664" actId="20577"/>
          <ac:spMkLst>
            <pc:docMk/>
            <pc:sldMk cId="4086740690" sldId="283"/>
            <ac:spMk id="2" creationId="{C28CE448-E6B4-7CE0-248B-9DE5EE2D9970}"/>
          </ac:spMkLst>
        </pc:spChg>
        <pc:spChg chg="mod">
          <ac:chgData name="심규진(컴퓨터공학과)" userId="2b7dfa0c-af93-4b58-afd3-2643c9a14859" providerId="ADAL" clId="{B00FB3F8-D0CC-4996-9E04-23E206BD43F8}" dt="2025-02-22T08:10:18.249" v="4600" actId="20577"/>
          <ac:spMkLst>
            <pc:docMk/>
            <pc:sldMk cId="4086740690" sldId="283"/>
            <ac:spMk id="3" creationId="{96CC6094-541C-0B3A-4F80-9354EEDCDB72}"/>
          </ac:spMkLst>
        </pc:spChg>
        <pc:picChg chg="add mod modCrop">
          <ac:chgData name="심규진(컴퓨터공학과)" userId="2b7dfa0c-af93-4b58-afd3-2643c9a14859" providerId="ADAL" clId="{B00FB3F8-D0CC-4996-9E04-23E206BD43F8}" dt="2025-02-22T08:09:00.397" v="4442" actId="1076"/>
          <ac:picMkLst>
            <pc:docMk/>
            <pc:sldMk cId="4086740690" sldId="283"/>
            <ac:picMk id="5" creationId="{789219DA-99F5-FCEB-6FB6-1DD96798F845}"/>
          </ac:picMkLst>
        </pc:picChg>
        <pc:picChg chg="add mod">
          <ac:chgData name="심규진(컴퓨터공학과)" userId="2b7dfa0c-af93-4b58-afd3-2643c9a14859" providerId="ADAL" clId="{B00FB3F8-D0CC-4996-9E04-23E206BD43F8}" dt="2025-02-22T08:09:14.720" v="4446" actId="1076"/>
          <ac:picMkLst>
            <pc:docMk/>
            <pc:sldMk cId="4086740690" sldId="283"/>
            <ac:picMk id="11" creationId="{7424FF2A-7AF5-290F-FB55-15D66E95C4B0}"/>
          </ac:picMkLst>
        </pc:picChg>
      </pc:sldChg>
      <pc:sldChg chg="modSp new mod">
        <pc:chgData name="심규진(컴퓨터공학과)" userId="2b7dfa0c-af93-4b58-afd3-2643c9a14859" providerId="ADAL" clId="{B00FB3F8-D0CC-4996-9E04-23E206BD43F8}" dt="2025-02-22T08:14:21.968" v="4805"/>
        <pc:sldMkLst>
          <pc:docMk/>
          <pc:sldMk cId="3040507474" sldId="284"/>
        </pc:sldMkLst>
        <pc:spChg chg="mod">
          <ac:chgData name="심규진(컴퓨터공학과)" userId="2b7dfa0c-af93-4b58-afd3-2643c9a14859" providerId="ADAL" clId="{B00FB3F8-D0CC-4996-9E04-23E206BD43F8}" dt="2025-02-22T08:13:28.107" v="4776" actId="20577"/>
          <ac:spMkLst>
            <pc:docMk/>
            <pc:sldMk cId="3040507474" sldId="284"/>
            <ac:spMk id="2" creationId="{F1C188AD-150E-3A6E-71D4-E7F97B7D0424}"/>
          </ac:spMkLst>
        </pc:spChg>
        <pc:spChg chg="mod">
          <ac:chgData name="심규진(컴퓨터공학과)" userId="2b7dfa0c-af93-4b58-afd3-2643c9a14859" providerId="ADAL" clId="{B00FB3F8-D0CC-4996-9E04-23E206BD43F8}" dt="2025-02-22T08:14:21.968" v="4805"/>
          <ac:spMkLst>
            <pc:docMk/>
            <pc:sldMk cId="3040507474" sldId="284"/>
            <ac:spMk id="3" creationId="{F508CD9A-ACB2-4BE0-52EF-241ABD98BCA2}"/>
          </ac:spMkLst>
        </pc:spChg>
      </pc:sldChg>
      <pc:sldChg chg="modSp new mod">
        <pc:chgData name="심규진(컴퓨터공학과)" userId="2b7dfa0c-af93-4b58-afd3-2643c9a14859" providerId="ADAL" clId="{B00FB3F8-D0CC-4996-9E04-23E206BD43F8}" dt="2025-02-22T08:14:26.252" v="4806"/>
        <pc:sldMkLst>
          <pc:docMk/>
          <pc:sldMk cId="366298150" sldId="285"/>
        </pc:sldMkLst>
        <pc:spChg chg="mod">
          <ac:chgData name="심규진(컴퓨터공학과)" userId="2b7dfa0c-af93-4b58-afd3-2643c9a14859" providerId="ADAL" clId="{B00FB3F8-D0CC-4996-9E04-23E206BD43F8}" dt="2025-02-22T08:14:00.190" v="4790" actId="20577"/>
          <ac:spMkLst>
            <pc:docMk/>
            <pc:sldMk cId="366298150" sldId="285"/>
            <ac:spMk id="2" creationId="{464F177F-F61E-131E-2E2D-8AF191D59034}"/>
          </ac:spMkLst>
        </pc:spChg>
        <pc:spChg chg="mod">
          <ac:chgData name="심규진(컴퓨터공학과)" userId="2b7dfa0c-af93-4b58-afd3-2643c9a14859" providerId="ADAL" clId="{B00FB3F8-D0CC-4996-9E04-23E206BD43F8}" dt="2025-02-22T08:14:26.252" v="4806"/>
          <ac:spMkLst>
            <pc:docMk/>
            <pc:sldMk cId="366298150" sldId="285"/>
            <ac:spMk id="3" creationId="{CA1B0320-DF2A-8CF6-FAB7-065D17802604}"/>
          </ac:spMkLst>
        </pc:spChg>
      </pc:sldChg>
      <pc:sldChg chg="modSp new mod">
        <pc:chgData name="심규진(컴퓨터공학과)" userId="2b7dfa0c-af93-4b58-afd3-2643c9a14859" providerId="ADAL" clId="{B00FB3F8-D0CC-4996-9E04-23E206BD43F8}" dt="2025-02-23T06:59:49.593" v="7710" actId="20577"/>
        <pc:sldMkLst>
          <pc:docMk/>
          <pc:sldMk cId="1408627303" sldId="286"/>
        </pc:sldMkLst>
        <pc:spChg chg="mod">
          <ac:chgData name="심규진(컴퓨터공학과)" userId="2b7dfa0c-af93-4b58-afd3-2643c9a14859" providerId="ADAL" clId="{B00FB3F8-D0CC-4996-9E04-23E206BD43F8}" dt="2025-02-23T06:59:49.593" v="7710" actId="20577"/>
          <ac:spMkLst>
            <pc:docMk/>
            <pc:sldMk cId="1408627303" sldId="286"/>
            <ac:spMk id="2" creationId="{695F28DC-24A8-DDFE-D665-D4CA71AF3CE1}"/>
          </ac:spMkLst>
        </pc:spChg>
      </pc:sldChg>
      <pc:sldChg chg="addSp delSp modSp add mod">
        <pc:chgData name="심규진(컴퓨터공학과)" userId="2b7dfa0c-af93-4b58-afd3-2643c9a14859" providerId="ADAL" clId="{B00FB3F8-D0CC-4996-9E04-23E206BD43F8}" dt="2025-02-23T06:37:22.388" v="7253" actId="113"/>
        <pc:sldMkLst>
          <pc:docMk/>
          <pc:sldMk cId="1202157364" sldId="287"/>
        </pc:sldMkLst>
        <pc:spChg chg="mod">
          <ac:chgData name="심규진(컴퓨터공학과)" userId="2b7dfa0c-af93-4b58-afd3-2643c9a14859" providerId="ADAL" clId="{B00FB3F8-D0CC-4996-9E04-23E206BD43F8}" dt="2025-02-23T05:25:17.093" v="4977" actId="20577"/>
          <ac:spMkLst>
            <pc:docMk/>
            <pc:sldMk cId="1202157364" sldId="287"/>
            <ac:spMk id="2" creationId="{FDFEA1A9-63EF-40E6-0BEB-0CD0FB05E229}"/>
          </ac:spMkLst>
        </pc:spChg>
        <pc:spChg chg="mod">
          <ac:chgData name="심규진(컴퓨터공학과)" userId="2b7dfa0c-af93-4b58-afd3-2643c9a14859" providerId="ADAL" clId="{B00FB3F8-D0CC-4996-9E04-23E206BD43F8}" dt="2025-02-23T06:37:22.388" v="7253" actId="113"/>
          <ac:spMkLst>
            <pc:docMk/>
            <pc:sldMk cId="1202157364" sldId="287"/>
            <ac:spMk id="3" creationId="{C97AC7C6-0942-83EA-CD73-9AC38BD7BA6E}"/>
          </ac:spMkLst>
        </pc:spChg>
        <pc:picChg chg="add mod">
          <ac:chgData name="심규진(컴퓨터공학과)" userId="2b7dfa0c-af93-4b58-afd3-2643c9a14859" providerId="ADAL" clId="{B00FB3F8-D0CC-4996-9E04-23E206BD43F8}" dt="2025-02-23T05:48:22.892" v="7217" actId="1076"/>
          <ac:picMkLst>
            <pc:docMk/>
            <pc:sldMk cId="1202157364" sldId="287"/>
            <ac:picMk id="16" creationId="{8B2DD6AD-034F-4161-5BB5-9B6AFA2B6596}"/>
          </ac:picMkLst>
        </pc:picChg>
      </pc:sldChg>
      <pc:sldChg chg="delSp modSp add mod">
        <pc:chgData name="심규진(컴퓨터공학과)" userId="2b7dfa0c-af93-4b58-afd3-2643c9a14859" providerId="ADAL" clId="{B00FB3F8-D0CC-4996-9E04-23E206BD43F8}" dt="2025-02-23T06:44:53.775" v="7381" actId="20577"/>
        <pc:sldMkLst>
          <pc:docMk/>
          <pc:sldMk cId="1769763214" sldId="288"/>
        </pc:sldMkLst>
        <pc:spChg chg="mod">
          <ac:chgData name="심규진(컴퓨터공학과)" userId="2b7dfa0c-af93-4b58-afd3-2643c9a14859" providerId="ADAL" clId="{B00FB3F8-D0CC-4996-9E04-23E206BD43F8}" dt="2025-02-23T06:44:53.775" v="7381" actId="20577"/>
          <ac:spMkLst>
            <pc:docMk/>
            <pc:sldMk cId="1769763214" sldId="288"/>
            <ac:spMk id="3" creationId="{F35A4B9E-B9E6-7C06-9D9A-FB8921855931}"/>
          </ac:spMkLst>
        </pc:spChg>
      </pc:sldChg>
      <pc:sldChg chg="addSp delSp modSp add mod">
        <pc:chgData name="심규진(컴퓨터공학과)" userId="2b7dfa0c-af93-4b58-afd3-2643c9a14859" providerId="ADAL" clId="{B00FB3F8-D0CC-4996-9E04-23E206BD43F8}" dt="2025-02-23T06:56:11.816" v="7687" actId="20577"/>
        <pc:sldMkLst>
          <pc:docMk/>
          <pc:sldMk cId="3225319693" sldId="289"/>
        </pc:sldMkLst>
        <pc:spChg chg="mod">
          <ac:chgData name="심규진(컴퓨터공학과)" userId="2b7dfa0c-af93-4b58-afd3-2643c9a14859" providerId="ADAL" clId="{B00FB3F8-D0CC-4996-9E04-23E206BD43F8}" dt="2025-02-23T05:37:00.437" v="6269" actId="20577"/>
          <ac:spMkLst>
            <pc:docMk/>
            <pc:sldMk cId="3225319693" sldId="289"/>
            <ac:spMk id="3" creationId="{01386202-32BD-B9F3-906B-210943110188}"/>
          </ac:spMkLst>
        </pc:spChg>
        <pc:spChg chg="add mod">
          <ac:chgData name="심규진(컴퓨터공학과)" userId="2b7dfa0c-af93-4b58-afd3-2643c9a14859" providerId="ADAL" clId="{B00FB3F8-D0CC-4996-9E04-23E206BD43F8}" dt="2025-02-23T05:39:45.975" v="6416" actId="14100"/>
          <ac:spMkLst>
            <pc:docMk/>
            <pc:sldMk cId="3225319693" sldId="289"/>
            <ac:spMk id="8" creationId="{5DAF0C11-BC3C-AEB9-3717-4CE18058F60B}"/>
          </ac:spMkLst>
        </pc:spChg>
        <pc:spChg chg="add mod">
          <ac:chgData name="심규진(컴퓨터공학과)" userId="2b7dfa0c-af93-4b58-afd3-2643c9a14859" providerId="ADAL" clId="{B00FB3F8-D0CC-4996-9E04-23E206BD43F8}" dt="2025-02-23T05:40:00.156" v="6444" actId="1076"/>
          <ac:spMkLst>
            <pc:docMk/>
            <pc:sldMk cId="3225319693" sldId="289"/>
            <ac:spMk id="9" creationId="{020C060D-498D-BE0E-1039-2C2E191405C3}"/>
          </ac:spMkLst>
        </pc:spChg>
        <pc:spChg chg="add mod">
          <ac:chgData name="심규진(컴퓨터공학과)" userId="2b7dfa0c-af93-4b58-afd3-2643c9a14859" providerId="ADAL" clId="{B00FB3F8-D0CC-4996-9E04-23E206BD43F8}" dt="2025-02-23T05:39:53.261" v="6418" actId="14100"/>
          <ac:spMkLst>
            <pc:docMk/>
            <pc:sldMk cId="3225319693" sldId="289"/>
            <ac:spMk id="10" creationId="{3B3EF911-E301-D41F-BEAF-82889B466BCB}"/>
          </ac:spMkLst>
        </pc:spChg>
        <pc:spChg chg="add mod">
          <ac:chgData name="심규진(컴퓨터공학과)" userId="2b7dfa0c-af93-4b58-afd3-2643c9a14859" providerId="ADAL" clId="{B00FB3F8-D0CC-4996-9E04-23E206BD43F8}" dt="2025-02-23T05:40:02.892" v="6445" actId="1076"/>
          <ac:spMkLst>
            <pc:docMk/>
            <pc:sldMk cId="3225319693" sldId="289"/>
            <ac:spMk id="11" creationId="{1A6E0953-592A-983A-F17B-33692FF850B5}"/>
          </ac:spMkLst>
        </pc:spChg>
        <pc:spChg chg="add mod">
          <ac:chgData name="심규진(컴퓨터공학과)" userId="2b7dfa0c-af93-4b58-afd3-2643c9a14859" providerId="ADAL" clId="{B00FB3F8-D0CC-4996-9E04-23E206BD43F8}" dt="2025-02-23T05:40:23.555" v="6450" actId="14100"/>
          <ac:spMkLst>
            <pc:docMk/>
            <pc:sldMk cId="3225319693" sldId="289"/>
            <ac:spMk id="15" creationId="{7ED0B3A2-6FBF-5098-BF53-CC5207D91486}"/>
          </ac:spMkLst>
        </pc:spChg>
        <pc:spChg chg="add mod">
          <ac:chgData name="심규진(컴퓨터공학과)" userId="2b7dfa0c-af93-4b58-afd3-2643c9a14859" providerId="ADAL" clId="{B00FB3F8-D0CC-4996-9E04-23E206BD43F8}" dt="2025-02-23T05:40:28.346" v="6467" actId="20577"/>
          <ac:spMkLst>
            <pc:docMk/>
            <pc:sldMk cId="3225319693" sldId="289"/>
            <ac:spMk id="16" creationId="{0F522734-D006-E053-1153-611C03B93274}"/>
          </ac:spMkLst>
        </pc:spChg>
        <pc:spChg chg="add mod">
          <ac:chgData name="심규진(컴퓨터공학과)" userId="2b7dfa0c-af93-4b58-afd3-2643c9a14859" providerId="ADAL" clId="{B00FB3F8-D0CC-4996-9E04-23E206BD43F8}" dt="2025-02-23T06:56:04.204" v="7652" actId="1076"/>
          <ac:spMkLst>
            <pc:docMk/>
            <pc:sldMk cId="3225319693" sldId="289"/>
            <ac:spMk id="23" creationId="{EA72DDC6-F33A-26F2-C6A3-9568E184F4AD}"/>
          </ac:spMkLst>
        </pc:spChg>
        <pc:spChg chg="add mod">
          <ac:chgData name="심규진(컴퓨터공학과)" userId="2b7dfa0c-af93-4b58-afd3-2643c9a14859" providerId="ADAL" clId="{B00FB3F8-D0CC-4996-9E04-23E206BD43F8}" dt="2025-02-23T06:56:11.816" v="7687" actId="20577"/>
          <ac:spMkLst>
            <pc:docMk/>
            <pc:sldMk cId="3225319693" sldId="289"/>
            <ac:spMk id="24" creationId="{8E7B1178-27E5-533F-20EB-246FC5BBEFDE}"/>
          </ac:spMkLst>
        </pc:spChg>
        <pc:picChg chg="add mod ord">
          <ac:chgData name="심규진(컴퓨터공학과)" userId="2b7dfa0c-af93-4b58-afd3-2643c9a14859" providerId="ADAL" clId="{B00FB3F8-D0CC-4996-9E04-23E206BD43F8}" dt="2025-02-23T06:38:12.036" v="7259" actId="167"/>
          <ac:picMkLst>
            <pc:docMk/>
            <pc:sldMk cId="3225319693" sldId="289"/>
            <ac:picMk id="18" creationId="{FAE579C3-1641-808C-7F87-70C1FA26C94D}"/>
          </ac:picMkLst>
        </pc:picChg>
        <pc:picChg chg="add mod">
          <ac:chgData name="심규진(컴퓨터공학과)" userId="2b7dfa0c-af93-4b58-afd3-2643c9a14859" providerId="ADAL" clId="{B00FB3F8-D0CC-4996-9E04-23E206BD43F8}" dt="2025-02-23T06:55:30.035" v="7645" actId="1076"/>
          <ac:picMkLst>
            <pc:docMk/>
            <pc:sldMk cId="3225319693" sldId="289"/>
            <ac:picMk id="22" creationId="{87A9494E-B4D8-7980-AF0A-984A1756EE99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6:55:38.600" v="7648" actId="1076"/>
        <pc:sldMkLst>
          <pc:docMk/>
          <pc:sldMk cId="4209695017" sldId="290"/>
        </pc:sldMkLst>
        <pc:spChg chg="mod">
          <ac:chgData name="심규진(컴퓨터공학과)" userId="2b7dfa0c-af93-4b58-afd3-2643c9a14859" providerId="ADAL" clId="{B00FB3F8-D0CC-4996-9E04-23E206BD43F8}" dt="2025-02-23T05:43:09.173" v="6787" actId="20577"/>
          <ac:spMkLst>
            <pc:docMk/>
            <pc:sldMk cId="4209695017" sldId="290"/>
            <ac:spMk id="3" creationId="{0D7C2B63-BE7B-115A-FEEB-13031522AA86}"/>
          </ac:spMkLst>
        </pc:spChg>
        <pc:picChg chg="add mod modCrop">
          <ac:chgData name="심규진(컴퓨터공학과)" userId="2b7dfa0c-af93-4b58-afd3-2643c9a14859" providerId="ADAL" clId="{B00FB3F8-D0CC-4996-9E04-23E206BD43F8}" dt="2025-02-23T06:39:11.462" v="7270" actId="14100"/>
          <ac:picMkLst>
            <pc:docMk/>
            <pc:sldMk cId="4209695017" sldId="290"/>
            <ac:picMk id="10" creationId="{04BC53B7-25DF-893C-C285-7E7327792EF5}"/>
          </ac:picMkLst>
        </pc:picChg>
        <pc:picChg chg="add mod">
          <ac:chgData name="심규진(컴퓨터공학과)" userId="2b7dfa0c-af93-4b58-afd3-2643c9a14859" providerId="ADAL" clId="{B00FB3F8-D0CC-4996-9E04-23E206BD43F8}" dt="2025-02-23T06:39:39.633" v="7277" actId="1076"/>
          <ac:picMkLst>
            <pc:docMk/>
            <pc:sldMk cId="4209695017" sldId="290"/>
            <ac:picMk id="13" creationId="{CB93D13B-27A2-7C7E-20F3-829F02586C20}"/>
          </ac:picMkLst>
        </pc:picChg>
        <pc:picChg chg="add mod">
          <ac:chgData name="심규진(컴퓨터공학과)" userId="2b7dfa0c-af93-4b58-afd3-2643c9a14859" providerId="ADAL" clId="{B00FB3F8-D0CC-4996-9E04-23E206BD43F8}" dt="2025-02-23T06:55:38.600" v="7648" actId="1076"/>
          <ac:picMkLst>
            <pc:docMk/>
            <pc:sldMk cId="4209695017" sldId="290"/>
            <ac:picMk id="14" creationId="{855CF128-35B4-C2F7-7628-FED813355EE6}"/>
          </ac:picMkLst>
        </pc:picChg>
      </pc:sldChg>
      <pc:sldChg chg="addSp delSp modSp add del mod">
        <pc:chgData name="심규진(컴퓨터공학과)" userId="2b7dfa0c-af93-4b58-afd3-2643c9a14859" providerId="ADAL" clId="{B00FB3F8-D0CC-4996-9E04-23E206BD43F8}" dt="2025-02-23T06:56:37.151" v="7688" actId="47"/>
        <pc:sldMkLst>
          <pc:docMk/>
          <pc:sldMk cId="1011664339" sldId="291"/>
        </pc:sldMkLst>
      </pc:sldChg>
      <pc:sldChg chg="addSp delSp modSp add mod">
        <pc:chgData name="심규진(컴퓨터공학과)" userId="2b7dfa0c-af93-4b58-afd3-2643c9a14859" providerId="ADAL" clId="{B00FB3F8-D0CC-4996-9E04-23E206BD43F8}" dt="2025-02-23T06:47:45.175" v="7610" actId="478"/>
        <pc:sldMkLst>
          <pc:docMk/>
          <pc:sldMk cId="1736483986" sldId="292"/>
        </pc:sldMkLst>
        <pc:spChg chg="mod">
          <ac:chgData name="심규진(컴퓨터공학과)" userId="2b7dfa0c-af93-4b58-afd3-2643c9a14859" providerId="ADAL" clId="{B00FB3F8-D0CC-4996-9E04-23E206BD43F8}" dt="2025-02-23T06:47:31.889" v="7607" actId="20577"/>
          <ac:spMkLst>
            <pc:docMk/>
            <pc:sldMk cId="1736483986" sldId="292"/>
            <ac:spMk id="3" creationId="{337828F3-8827-60C4-EFC5-BB9052C2FC64}"/>
          </ac:spMkLst>
        </pc:spChg>
        <pc:spChg chg="mod ord">
          <ac:chgData name="심규진(컴퓨터공학과)" userId="2b7dfa0c-af93-4b58-afd3-2643c9a14859" providerId="ADAL" clId="{B00FB3F8-D0CC-4996-9E04-23E206BD43F8}" dt="2025-02-23T06:47:41.666" v="7609" actId="166"/>
          <ac:spMkLst>
            <pc:docMk/>
            <pc:sldMk cId="1736483986" sldId="292"/>
            <ac:spMk id="9" creationId="{A5247E02-30B6-4752-1DAD-270A6F271C74}"/>
          </ac:spMkLst>
        </pc:spChg>
        <pc:picChg chg="add mod">
          <ac:chgData name="심규진(컴퓨터공학과)" userId="2b7dfa0c-af93-4b58-afd3-2643c9a14859" providerId="ADAL" clId="{B00FB3F8-D0CC-4996-9E04-23E206BD43F8}" dt="2025-02-23T06:45:19.611" v="7385" actId="1076"/>
          <ac:picMkLst>
            <pc:docMk/>
            <pc:sldMk cId="1736483986" sldId="292"/>
            <ac:picMk id="5" creationId="{88FC6EEE-2794-7769-1CE7-9FEB107B8EC1}"/>
          </ac:picMkLst>
        </pc:picChg>
      </pc:sldChg>
      <pc:sldChg chg="add">
        <pc:chgData name="심규진(컴퓨터공학과)" userId="2b7dfa0c-af93-4b58-afd3-2643c9a14859" providerId="ADAL" clId="{B00FB3F8-D0CC-4996-9E04-23E206BD43F8}" dt="2025-02-23T06:41:50.660" v="7300" actId="2890"/>
        <pc:sldMkLst>
          <pc:docMk/>
          <pc:sldMk cId="3393055416" sldId="293"/>
        </pc:sldMkLst>
      </pc:sldChg>
      <pc:sldChg chg="addSp delSp modSp add mod ord">
        <pc:chgData name="심규진(컴퓨터공학과)" userId="2b7dfa0c-af93-4b58-afd3-2643c9a14859" providerId="ADAL" clId="{B00FB3F8-D0CC-4996-9E04-23E206BD43F8}" dt="2025-02-23T06:56:53.237" v="7693" actId="20577"/>
        <pc:sldMkLst>
          <pc:docMk/>
          <pc:sldMk cId="679832302" sldId="294"/>
        </pc:sldMkLst>
        <pc:spChg chg="mod">
          <ac:chgData name="심규진(컴퓨터공학과)" userId="2b7dfa0c-af93-4b58-afd3-2643c9a14859" providerId="ADAL" clId="{B00FB3F8-D0CC-4996-9E04-23E206BD43F8}" dt="2025-02-23T06:56:53.237" v="7693" actId="20577"/>
          <ac:spMkLst>
            <pc:docMk/>
            <pc:sldMk cId="679832302" sldId="294"/>
            <ac:spMk id="3" creationId="{00A08DF4-8E18-BD82-C259-7F922BFAA2BC}"/>
          </ac:spMkLst>
        </pc:spChg>
        <pc:spChg chg="mod">
          <ac:chgData name="심규진(컴퓨터공학과)" userId="2b7dfa0c-af93-4b58-afd3-2643c9a14859" providerId="ADAL" clId="{B00FB3F8-D0CC-4996-9E04-23E206BD43F8}" dt="2025-02-23T06:45:42.606" v="7395" actId="1076"/>
          <ac:spMkLst>
            <pc:docMk/>
            <pc:sldMk cId="679832302" sldId="294"/>
            <ac:spMk id="9" creationId="{BAF8E1BB-603E-65AA-7FB1-860555A5B5A8}"/>
          </ac:spMkLst>
        </pc:spChg>
        <pc:spChg chg="add mod">
          <ac:chgData name="심규진(컴퓨터공학과)" userId="2b7dfa0c-af93-4b58-afd3-2643c9a14859" providerId="ADAL" clId="{B00FB3F8-D0CC-4996-9E04-23E206BD43F8}" dt="2025-02-23T06:46:57.785" v="7507" actId="1076"/>
          <ac:spMkLst>
            <pc:docMk/>
            <pc:sldMk cId="679832302" sldId="294"/>
            <ac:spMk id="10" creationId="{7376F592-E35F-A820-ADDC-A9375964F2E5}"/>
          </ac:spMkLst>
        </pc:spChg>
        <pc:picChg chg="add mod ord">
          <ac:chgData name="심규진(컴퓨터공학과)" userId="2b7dfa0c-af93-4b58-afd3-2643c9a14859" providerId="ADAL" clId="{B00FB3F8-D0CC-4996-9E04-23E206BD43F8}" dt="2025-02-23T06:45:40.330" v="7394" actId="1076"/>
          <ac:picMkLst>
            <pc:docMk/>
            <pc:sldMk cId="679832302" sldId="294"/>
            <ac:picMk id="6" creationId="{9AFCA020-96D7-CCDE-296E-863E1CFC4979}"/>
          </ac:picMkLst>
        </pc:picChg>
        <pc:picChg chg="add mod">
          <ac:chgData name="심규진(컴퓨터공학과)" userId="2b7dfa0c-af93-4b58-afd3-2643c9a14859" providerId="ADAL" clId="{B00FB3F8-D0CC-4996-9E04-23E206BD43F8}" dt="2025-02-23T06:46:49.249" v="7505" actId="1076"/>
          <ac:picMkLst>
            <pc:docMk/>
            <pc:sldMk cId="679832302" sldId="294"/>
            <ac:picMk id="8" creationId="{41AB0A04-97AF-7E23-B517-693E36056D6F}"/>
          </ac:picMkLst>
        </pc:picChg>
      </pc:sldChg>
      <pc:sldChg chg="modSp new mod">
        <pc:chgData name="심규진(컴퓨터공학과)" userId="2b7dfa0c-af93-4b58-afd3-2643c9a14859" providerId="ADAL" clId="{B00FB3F8-D0CC-4996-9E04-23E206BD43F8}" dt="2025-02-23T07:03:45.792" v="8131" actId="20577"/>
        <pc:sldMkLst>
          <pc:docMk/>
          <pc:sldMk cId="31590319" sldId="295"/>
        </pc:sldMkLst>
        <pc:spChg chg="mod">
          <ac:chgData name="심규진(컴퓨터공학과)" userId="2b7dfa0c-af93-4b58-afd3-2643c9a14859" providerId="ADAL" clId="{B00FB3F8-D0CC-4996-9E04-23E206BD43F8}" dt="2025-02-23T07:03:09.076" v="8125" actId="1076"/>
          <ac:spMkLst>
            <pc:docMk/>
            <pc:sldMk cId="31590319" sldId="295"/>
            <ac:spMk id="2" creationId="{40D7B2FC-3F2C-5D6A-5DE9-46561FEF007B}"/>
          </ac:spMkLst>
        </pc:spChg>
        <pc:spChg chg="mod">
          <ac:chgData name="심규진(컴퓨터공학과)" userId="2b7dfa0c-af93-4b58-afd3-2643c9a14859" providerId="ADAL" clId="{B00FB3F8-D0CC-4996-9E04-23E206BD43F8}" dt="2025-02-23T07:03:45.792" v="8131" actId="20577"/>
          <ac:spMkLst>
            <pc:docMk/>
            <pc:sldMk cId="31590319" sldId="295"/>
            <ac:spMk id="3" creationId="{FCBD78E3-C632-4D41-0C8C-646ADFE49B85}"/>
          </ac:spMkLst>
        </pc:spChg>
      </pc:sldChg>
    </pc:docChg>
  </pc:docChgLst>
  <pc:docChgLst>
    <pc:chgData name="심규진(컴퓨터공학과)" userId="2b7dfa0c-af93-4b58-afd3-2643c9a14859" providerId="ADAL" clId="{D27058F1-B931-4721-8980-16B30C56BCF4}"/>
    <pc:docChg chg="custSel addSld modSld sldOrd">
      <pc:chgData name="심규진(컴퓨터공학과)" userId="2b7dfa0c-af93-4b58-afd3-2643c9a14859" providerId="ADAL" clId="{D27058F1-B931-4721-8980-16B30C56BCF4}" dt="2025-02-26T07:47:36.276" v="436"/>
      <pc:docMkLst>
        <pc:docMk/>
      </pc:docMkLst>
      <pc:sldChg chg="addSp delSp modSp add mod ord">
        <pc:chgData name="심규진(컴퓨터공학과)" userId="2b7dfa0c-af93-4b58-afd3-2643c9a14859" providerId="ADAL" clId="{D27058F1-B931-4721-8980-16B30C56BCF4}" dt="2025-02-26T07:47:36.276" v="436"/>
        <pc:sldMkLst>
          <pc:docMk/>
          <pc:sldMk cId="1386230171" sldId="296"/>
        </pc:sldMkLst>
        <pc:spChg chg="mod">
          <ac:chgData name="심규진(컴퓨터공학과)" userId="2b7dfa0c-af93-4b58-afd3-2643c9a14859" providerId="ADAL" clId="{D27058F1-B931-4721-8980-16B30C56BCF4}" dt="2025-02-26T07:46:45.844" v="434"/>
          <ac:spMkLst>
            <pc:docMk/>
            <pc:sldMk cId="1386230171" sldId="296"/>
            <ac:spMk id="2" creationId="{ED771379-C60A-5E7C-9880-138258BCC9F6}"/>
          </ac:spMkLst>
        </pc:spChg>
        <pc:spChg chg="del mod">
          <ac:chgData name="심규진(컴퓨터공학과)" userId="2b7dfa0c-af93-4b58-afd3-2643c9a14859" providerId="ADAL" clId="{D27058F1-B931-4721-8980-16B30C56BCF4}" dt="2025-02-26T07:38:50.705" v="9" actId="22"/>
          <ac:spMkLst>
            <pc:docMk/>
            <pc:sldMk cId="1386230171" sldId="296"/>
            <ac:spMk id="3" creationId="{C142899B-37CA-9620-139D-C66B1B4CA574}"/>
          </ac:spMkLst>
        </pc:spChg>
        <pc:spChg chg="add mod">
          <ac:chgData name="심규진(컴퓨터공학과)" userId="2b7dfa0c-af93-4b58-afd3-2643c9a14859" providerId="ADAL" clId="{D27058F1-B931-4721-8980-16B30C56BCF4}" dt="2025-02-26T07:43:58.625" v="414" actId="20577"/>
          <ac:spMkLst>
            <pc:docMk/>
            <pc:sldMk cId="1386230171" sldId="296"/>
            <ac:spMk id="7" creationId="{A5080D71-F14C-C225-9F6E-95C52B23D7DE}"/>
          </ac:spMkLst>
        </pc:spChg>
        <pc:spChg chg="mod">
          <ac:chgData name="심규진(컴퓨터공학과)" userId="2b7dfa0c-af93-4b58-afd3-2643c9a14859" providerId="ADAL" clId="{D27058F1-B931-4721-8980-16B30C56BCF4}" dt="2025-02-26T07:39:07.968" v="14" actId="1076"/>
          <ac:spMkLst>
            <pc:docMk/>
            <pc:sldMk cId="1386230171" sldId="296"/>
            <ac:spMk id="9" creationId="{7F7DB9C3-33C5-A2F5-8068-3D0B9B7E8BC2}"/>
          </ac:spMkLst>
        </pc:spChg>
        <pc:picChg chg="del">
          <ac:chgData name="심규진(컴퓨터공학과)" userId="2b7dfa0c-af93-4b58-afd3-2643c9a14859" providerId="ADAL" clId="{D27058F1-B931-4721-8980-16B30C56BCF4}" dt="2025-02-26T07:38:28.362" v="8" actId="478"/>
          <ac:picMkLst>
            <pc:docMk/>
            <pc:sldMk cId="1386230171" sldId="296"/>
            <ac:picMk id="5" creationId="{A1776364-E230-8CC0-AFF8-61271309B7C4}"/>
          </ac:picMkLst>
        </pc:picChg>
        <pc:picChg chg="add mod ord">
          <ac:chgData name="심규진(컴퓨터공학과)" userId="2b7dfa0c-af93-4b58-afd3-2643c9a14859" providerId="ADAL" clId="{D27058F1-B931-4721-8980-16B30C56BCF4}" dt="2025-02-26T07:39:07.968" v="14" actId="1076"/>
          <ac:picMkLst>
            <pc:docMk/>
            <pc:sldMk cId="1386230171" sldId="296"/>
            <ac:picMk id="6" creationId="{C46720CA-37F0-0100-8BE2-9644E3634FA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08:48:24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857 429 24473,'-1'16'0,"0"1"0,0 0 0,-2 0 0,0-1 0,0 1 0,-1-1 0,-1 0 0,-1 0 0,0 0 0,-1-1 0,0 0 0,-1 0 0,0-1 0,-2 1 0,1-2 0,-1 1 0,-1-1 0,0-1 0,-1 1 0,0-2 0,0 0 0,-1 0 0,-1-1 0,0 0 0,0-1 0,0-1 0,-1 0 0,0 0 0,-1-2 0,1 1 0,-1-2 0,0 0 0,-1-1 0,1 0 0,-1-1 0,1-1 0,-1 0 0,0-1 0,0-1 0,1 0 0,-1-1 0,0-1 0,0 0 0,1-1 0,-1-1 0,1 0 0,0-1 0,0 0 0,0-2 0,1 1 0,0-2 0,0 0 0,1 0 0,-1-1 0,2-1 0,-1 0 0,1-1 0,1 0 0,-1 0 0,2-2 0,0 1 0,0-1 0,1-1 0,0 1 0,1-2 0,1 1 0,0-1 0,0 0 0,2 0 0,-1-1 0,2 0 0,0 0 0,1 0 0,0-1 0,1 1 0,1-1 0,0 0 0,1 0 0,1 1 0,0-1 0,1 0 0,1 0 0,0 1 0,1-1 0,1 1 0,0-1 0,1 1 0,0 0 0,2 1 0,-1-1 0,2 1 0,0 0 0,0 1 0,1 0 0,1 0 0,0 0 0,1 1 0,0 1 0,0 0 0,2 0 0,-1 1 0,1 0 0,1 1 0,-1 1 0,2-1 0,-1 2 0,1 0 0,0 1 0,0 0 0,1 1 0,0 0 0,0 1 0,0 1 0,1 1 0,-1 0 0,1 0 0,0 2 0,0 0 0,-1 0 0,1 2 0,0 0 0,0 0 0,-1 2 0,1 0 0,-1 0 0,1 1 0,-1 1 0,0 1 0,-1 0 0,1 1 0,-1 0 0,0 1 0,-1 0 0,0 2 0,0-1 0,0 1 0,-1 1 0,-1 0 0,0 1 0,0 0 0,-1 0 0,0 1 0,-1 1 0,-1 0 0,1 0 0,-2 0 0,0 1 0,-1 0 0,0 1 0,-1-1 0,0 1 0,-1 0 0,-1 1 0,-1-1 0,0 1 0,0-1 0,-2 1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08:48:37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23524,'920'-36'0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5C9CC-D919-4B6E-A5BF-E397B4AF80F2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B4C54-CEF8-4CAE-8636-FEE7837C8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914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932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1F5B-F618-D382-CD6B-75DF3B0C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6FA50D-C603-763E-46D9-268E40B6B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A468ED-5F11-5B58-ED72-52EE2C144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7236D-BE36-50DF-845D-078F4D297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410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C032C-04C5-FDB4-79CB-00B61C4D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886422-25B0-C68D-BE59-17F125869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4414C0-FA40-3635-926B-80D182183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C38DF-38AC-0F3E-717C-964A7B387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660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77AB-19DC-FEA7-5BD1-371764CB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E03BF0-555F-0239-6F13-335B46451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F5BAC5-B8EF-680C-5A91-9FE68310C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9991F-6E59-6425-082F-E257FF1CE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487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21F3-85FE-BF23-BBFB-606E46C9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B3E982-743B-431B-27B0-A72545B4F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04D48B-4BD4-03CF-955B-BB47D131D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0A5E24-7541-9284-2787-0C7D619C1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363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11DC-DD4A-0ED8-D4C3-7A45BFDE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754EF8-BE7E-BEDF-0691-C7371E019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43F3C4-A791-56AB-2F0B-DC2781D9F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E467D-F9B2-573F-5CD6-DEE3D149B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607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A351-04B8-797B-2511-4CCCA1ED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818B31-EE0E-EEB4-8BC2-C91326777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8B77F5-026A-B14F-BC4E-41F904372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DE77E-0ED6-82BC-4234-0A47F2414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99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767B-A2E3-1FA1-C73E-8274A8A69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2A6AF5-2378-C1C0-1103-4352F1FF3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12E39B-6DC1-9810-F6B8-D059A58B4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4F7F42-95B6-3F6B-2CD9-20FC6EF5B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13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28B1-0772-0DF9-5FA7-C6B2475F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536433-8325-57CE-82E5-25CECFF97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B128AA-0DF3-1AC4-98FF-2314CF392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6B035-E4B6-A788-0E91-299C632AE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023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83B8-7580-E827-569C-2C7E5DBC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25BE66-F2FE-BB4B-423E-698AE97A5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C1F1E2-5955-04E5-DCB7-E67ECC72A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F3FD1B-8677-4739-0838-0581D356A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205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0C22-41FE-6E36-C967-5A960E8F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FB895-7E6E-26AA-7A54-23FE1B1D6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87F97-7E44-5E68-6A11-915CA55D8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CDA0B0-C030-5A0E-DA3C-32D0DFA65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08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41359-8C3B-85A9-6230-CC33A572C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8016D4-9BA8-E3CA-0A8C-A6AB90E9E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7D3E8-CF77-BF78-0E66-A9C7135A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032BB2-B15E-6644-2AC2-D63F0732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F3BABD-8AB1-6FF9-045E-A5698222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CC408-9DBF-0C61-BF7E-F350BD6B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25F00-6247-0894-BAEA-44473AD27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A80B4E-CE1C-06FA-8E88-BF1D95E0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68816-B307-94DA-4CD7-200FF11D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ADDD2-4352-0EF4-7224-C41E30A2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5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96E18-2E50-0B90-D647-6481770F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6370F1-26B1-C9B5-3798-B1B5B0435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018848-324D-4332-5CD3-74C151A3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948EC4-4D3D-0670-334D-1465CD62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05701-60A0-7F49-2A4E-208003B9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57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42987-0E13-A5A5-20A7-9F0DED77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D2A16-1B82-3983-B908-FDEAE8196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7C4B87-9934-99CE-791F-BBE058233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09F7F-40E7-A5F9-4360-F3A596BF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D25187-0426-82BB-4E4E-123581BB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7BB19D-5901-E847-82B4-7903CBFE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7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0B366-F62B-3C1F-9EEA-14D308426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1F17ED-E94A-D513-1149-F9857E128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1A914B-7599-D1C3-7E41-DB9924E99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AC938B-DE35-8FAE-C3AC-3852D0DC4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B4EACD-F7C9-BDAF-BCBF-F3F1F6B42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838E50-72F7-7045-147C-2991E4F5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93C5F2-05F0-128F-AA31-6C29BC72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F9AFDC-C44F-2E24-6876-89324908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49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0BD52-E501-6DC5-5600-1BA17E4F8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AA33BD-6282-1617-015E-675214BE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CE34CE-7931-7589-EB82-62C6C35E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EF15DE-632B-CC5F-AA34-A2B12C23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3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2B4914-295E-973F-3ED5-D6E9A035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E5C711-C87F-ECB8-AE87-592A5C93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3E600-A7A2-B816-A8DA-6D10610A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3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BEF4C-2B4A-A0CB-6CAA-1547D45D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99C8CB-5302-2F3A-5A71-B12E30176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217291-321B-B3AE-3A33-0FD6809D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6173BA-ACE9-F483-6A08-3C958B6D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A0A2C-6404-C6B1-2CBC-9E029A7E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F158E0-7584-C52C-C923-903802AC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80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DA5E2-E7D3-70F9-9BF2-699B6A16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5024A8-5940-C3B2-D35A-41135B269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B51158-DADE-E1EF-6502-9EA77B1AE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D8579C-37E7-8F52-26F0-24AB5C5DF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A8464-65FA-DBB6-E283-DF382323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9578D1-DF32-D8CA-7BE6-D209575B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78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88D6B-F381-65A8-9E2B-967BB991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1129F6-4D6D-68C1-A717-0835DD033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C2BD85-211F-D3FE-55B0-FF19EAE8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270942-EB1E-B845-6F32-53E99769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D37F06-5267-31DC-FECB-D7ED281F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04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516DE0-50C2-1663-54F7-CA98156F8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B472FB-03AF-2688-BE84-52B404E64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DAE95-46E2-AD48-AC3A-062B99D2E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6EA484-A044-AA4E-4265-87FE0F13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78C6AD-BAE3-3BE7-4A4B-8CE68447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7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2BF9AE-EEE5-1ECE-AA1A-0999B9EF8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C62069-42A0-6A26-8360-93BEB53C0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AF72E-73F2-8344-9EBD-AC879B3B9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64B31-0E3C-CE99-8C87-87F25C7FA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403E75-E665-0863-8EAB-AE0F41288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26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ka.ms/vs/17/release/vs_community.ex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package-manager/winget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jijinlee.blogspot.kr/2017/08/mac-gnu.html" TargetMode="External"/><Relationship Id="rId2" Type="http://schemas.openxmlformats.org/officeDocument/2006/relationships/hyperlink" Target="http://thdev.net/13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59A02-2073-57FF-A37D-A9E774CFF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altLang="ko-KR" sz="4000" dirty="0"/>
            </a:br>
            <a:r>
              <a:rPr lang="en-US" altLang="ko-KR" sz="4000" dirty="0"/>
              <a:t>C Development Environment Guide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CD19E0-1B27-35C8-089B-D6B977535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en-US" altLang="ko-KR"/>
              <a:t>Fall 2026</a:t>
            </a:r>
            <a:r>
              <a:rPr lang="en-US" altLang="ko-KR" sz="2400"/>
              <a:t> </a:t>
            </a:r>
            <a:r>
              <a:rPr lang="en-US" altLang="ko-KR" sz="2400" dirty="0"/>
              <a:t>CSED103</a:t>
            </a:r>
            <a:r>
              <a:rPr lang="ko-KR" altLang="en-US" sz="2400" dirty="0"/>
              <a:t> Introduction to Programming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267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BD3F5-2985-4734-9CAA-1E2C7508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Contents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24DE6-2DA7-70AF-9E83-D20D5835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3985241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Windows Users</a:t>
            </a:r>
          </a:p>
          <a:p>
            <a:pPr lvl="1"/>
            <a:r>
              <a:rPr lang="en-US" altLang="ko-KR" sz="1400" b="1" dirty="0">
                <a:solidFill>
                  <a:srgbClr val="FF0000"/>
                </a:solidFill>
              </a:rPr>
              <a:t>Visual studio 2022</a:t>
            </a:r>
          </a:p>
          <a:p>
            <a:pPr lvl="1"/>
            <a:r>
              <a:rPr lang="en-US" altLang="ko-KR" sz="1400" dirty="0" err="1"/>
              <a:t>VSCode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b="1" dirty="0">
                <a:solidFill>
                  <a:srgbClr val="FF0000"/>
                </a:solidFill>
              </a:rPr>
              <a:t>We grade assignments in Visual Studio 2022 on Windows. Even if your program works in another environment, you must check that it runs correctly in the specified grading environment.</a:t>
            </a:r>
          </a:p>
          <a:p>
            <a:r>
              <a:rPr lang="ko-KR" altLang="en-US" sz="1600" b="1" dirty="0">
                <a:solidFill>
                  <a:srgbClr val="FF0000"/>
                </a:solidFill>
              </a:rPr>
              <a:t>We recommend using Visual Studio 2022 on Windows from the start. This guide covers that environment in the most detail.</a:t>
            </a:r>
          </a:p>
        </p:txBody>
      </p:sp>
    </p:spTree>
    <p:extLst>
      <p:ext uri="{BB962C8B-B14F-4D97-AF65-F5344CB8AC3E}">
        <p14:creationId xmlns:p14="http://schemas.microsoft.com/office/powerpoint/2010/main" val="44102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188AD-150E-3A6E-71D4-E7F97B7D0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Visual Studio 2022 Setup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08CD9A-ACB2-4BE0-52EF-241ABD98B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(Windows)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050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F2F86-BC15-6E54-9F83-E3F83A08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3E42E-5424-66B6-AF1C-A4368B5D1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111E7-A4F8-2FEC-8C80-911313E5F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Search for Visual Studio 2022 download </a:t>
            </a:r>
            <a:r>
              <a:rPr lang="ko-KR" altLang="en-US" sz="1600" dirty="0"/>
              <a:t>or </a:t>
            </a:r>
            <a:br>
              <a:rPr lang="en-US" altLang="ko-KR" sz="1600" dirty="0"/>
            </a:br>
            <a:r>
              <a:rPr lang="en-US" altLang="ko-KR" sz="1600" dirty="0"/>
              <a:t>Download link: </a:t>
            </a:r>
            <a:r>
              <a:rPr lang="en-US" altLang="ko-KR" sz="1600" dirty="0">
                <a:hlinkClick r:id="rId2"/>
              </a:rPr>
              <a:t>https://aka.ms/vs/17/release/vs_community.exe</a:t>
            </a:r>
            <a:r>
              <a:rPr lang="en-US" altLang="ko-KR" sz="1600" dirty="0"/>
              <a:t> </a:t>
            </a:r>
          </a:p>
          <a:p>
            <a:r>
              <a:rPr lang="ko-KR" altLang="en-US" sz="1600" dirty="0" err="1"/>
              <a:t>Click</a:t>
            </a:r>
            <a:r>
              <a:rPr lang="ko-KR" altLang="en-US" sz="1600" dirty="0"/>
              <a:t> </a:t>
            </a:r>
            <a:r>
              <a:rPr lang="ko-KR" altLang="en-US" sz="1600" dirty="0" err="1"/>
              <a:t>the</a:t>
            </a:r>
            <a:r>
              <a:rPr lang="ko-KR" altLang="en-US" sz="1600" dirty="0"/>
              <a:t> </a:t>
            </a:r>
            <a:r>
              <a:rPr lang="ko-KR" altLang="en-US" sz="1600" dirty="0" err="1"/>
              <a:t>download</a:t>
            </a:r>
            <a:r>
              <a:rPr lang="ko-KR" altLang="en-US" sz="1600" dirty="0"/>
              <a:t> </a:t>
            </a:r>
            <a:r>
              <a:rPr lang="ko-KR" altLang="en-US" sz="1600" dirty="0" err="1"/>
              <a:t>button</a:t>
            </a:r>
            <a:r>
              <a:rPr lang="ko-KR" altLang="en-US" sz="1600" dirty="0"/>
              <a:t> </a:t>
            </a:r>
            <a:r>
              <a:rPr lang="ko-KR" altLang="en-US" sz="1600" dirty="0" err="1"/>
              <a:t>for</a:t>
            </a:r>
            <a:r>
              <a:rPr lang="ko-KR" altLang="en-US" sz="1600" dirty="0"/>
              <a:t> </a:t>
            </a:r>
            <a:r>
              <a:rPr lang="ko-KR" altLang="en-US" sz="1600" dirty="0" err="1"/>
              <a:t>the</a:t>
            </a:r>
            <a:r>
              <a:rPr lang="ko-KR" altLang="en-US" sz="1600" dirty="0"/>
              <a:t> Community </a:t>
            </a:r>
            <a:r>
              <a:rPr lang="ko-KR" altLang="en-US" sz="1600" dirty="0" err="1"/>
              <a:t>edition</a:t>
            </a:r>
            <a:r>
              <a:rPr lang="ko-KR" altLang="en-US" sz="1600" dirty="0"/>
              <a:t> </a:t>
            </a:r>
            <a:r>
              <a:rPr lang="ko-KR" altLang="en-US" sz="1600" dirty="0" err="1"/>
              <a:t>shown</a:t>
            </a:r>
            <a:r>
              <a:rPr lang="ko-KR" altLang="en-US" sz="1600" dirty="0"/>
              <a:t> </a:t>
            </a:r>
            <a:r>
              <a:rPr lang="ko-KR" altLang="en-US" sz="1600" dirty="0" err="1"/>
              <a:t>below</a:t>
            </a:r>
            <a:r>
              <a:rPr lang="ko-KR" altLang="en-US" sz="1600" dirty="0"/>
              <a:t>.</a:t>
            </a:r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A96BF3-7B6A-AB92-203B-CBF74B4AD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175" y="2394167"/>
            <a:ext cx="6893650" cy="427287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3C2FFF-6269-6EF5-CD7F-827991DF94AE}"/>
              </a:ext>
            </a:extLst>
          </p:cNvPr>
          <p:cNvSpPr/>
          <p:nvPr/>
        </p:nvSpPr>
        <p:spPr>
          <a:xfrm>
            <a:off x="3051394" y="4858328"/>
            <a:ext cx="1742279" cy="1228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67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0FA3-F791-0B0E-A3FE-06ED873C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F3D6C-7EFD-FC8C-9C9C-69A30841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75388-7696-5D1F-0EF1-BBFF37CA9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Run the downloaded VisualStudioSetup.exe and continue to install Visual Studio Installer.</a:t>
            </a:r>
          </a:p>
          <a:p>
            <a:r>
              <a:rPr lang="ko-KR" altLang="en-US" sz="1600" dirty="0"/>
              <a:t>Select Desktop development with C++ as shown below, then click Install.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42550B3-B9FB-2C9A-F5B7-4ABB3C4E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036" y="1968282"/>
            <a:ext cx="8220364" cy="46239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D2BB5-0CFA-3B81-F283-D00AE6BF654C}"/>
              </a:ext>
            </a:extLst>
          </p:cNvPr>
          <p:cNvSpPr/>
          <p:nvPr/>
        </p:nvSpPr>
        <p:spPr>
          <a:xfrm>
            <a:off x="2031998" y="4280260"/>
            <a:ext cx="2761673" cy="774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C32B62-32C8-4EDB-325F-72DEEAE224DD}"/>
              </a:ext>
            </a:extLst>
          </p:cNvPr>
          <p:cNvSpPr/>
          <p:nvPr/>
        </p:nvSpPr>
        <p:spPr>
          <a:xfrm>
            <a:off x="9199418" y="5846618"/>
            <a:ext cx="738910" cy="6650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949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47499-3454-40D8-FECA-06DB1BBB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8765D-1F0B-FDD7-888B-E960297E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52AFD-2C0B-4332-78E6-EAB0F9FA1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Run the downloaded VisualStudioSetup.exe and continue to install Visual Studio Installer.</a:t>
            </a:r>
          </a:p>
          <a:p>
            <a:r>
              <a:rPr lang="ko-KR" altLang="en-US" sz="1600" dirty="0"/>
              <a:t>Select Desktop development with C++, then click Install.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C42954D-73E9-8416-5328-CD87656F9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7" y="2124858"/>
            <a:ext cx="7481454" cy="4208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2E63AF-A6DB-E06D-CD08-ABE3EBAED5D4}"/>
              </a:ext>
            </a:extLst>
          </p:cNvPr>
          <p:cNvSpPr txBox="1"/>
          <p:nvPr/>
        </p:nvSpPr>
        <p:spPr>
          <a:xfrm>
            <a:off x="803564" y="63331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Download in progress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E0EE50-94A8-B386-206D-0972CB4FF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795" y="3429000"/>
            <a:ext cx="4157709" cy="12269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80F4B6-3AC9-38C1-EF9B-F9B2ED381F00}"/>
              </a:ext>
            </a:extLst>
          </p:cNvPr>
          <p:cNvSpPr txBox="1"/>
          <p:nvPr/>
        </p:nvSpPr>
        <p:spPr>
          <a:xfrm>
            <a:off x="8011246" y="4778372"/>
            <a:ext cx="3710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After the download,</a:t>
            </a:r>
            <a:endParaRPr lang="en-US" altLang="ko-KR" dirty="0"/>
          </a:p>
          <a:p>
            <a:pPr algn="ctr"/>
            <a:r>
              <a:rPr lang="ko-KR" altLang="en-US" dirty="0" err="1"/>
              <a:t>we recommend restarting your computer.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719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8D9E-6DD2-19C0-FBB1-24C49477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6F44F-08A9-7875-41D0-83F2C8CD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37226-AA85-32D9-3BBF-F7C36A7C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Search for Visual Studio 2022 and open it.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44CB672-0DF1-FF3D-286D-CCA98A1D0F41}"/>
              </a:ext>
            </a:extLst>
          </p:cNvPr>
          <p:cNvGrpSpPr/>
          <p:nvPr/>
        </p:nvGrpSpPr>
        <p:grpSpPr>
          <a:xfrm>
            <a:off x="3274290" y="1631735"/>
            <a:ext cx="5643419" cy="5053908"/>
            <a:chOff x="2586181" y="2165525"/>
            <a:chExt cx="5006110" cy="448317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993E6ED-3C04-7B63-AE6D-08FA00DB6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6181" y="2165525"/>
              <a:ext cx="5006110" cy="4483172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2639563-716E-D62F-C6AE-1C344D28C5A2}"/>
                </a:ext>
              </a:extLst>
            </p:cNvPr>
            <p:cNvSpPr/>
            <p:nvPr/>
          </p:nvSpPr>
          <p:spPr>
            <a:xfrm>
              <a:off x="2955636" y="3272506"/>
              <a:ext cx="1958110" cy="41280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867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1B57-CF3D-4B95-6AA8-726CD789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8BD9D-AB71-A22D-A74C-06FA11A3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987CF-F5BF-523F-FBC6-D350120EC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Click Skip and add accounts later to continue without signing in.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91B307-931E-BFD4-4CC7-9B763416A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1734344"/>
            <a:ext cx="9248775" cy="47148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2150ED8-1312-5EA4-AC5C-0C3DD1457372}"/>
              </a:ext>
            </a:extLst>
          </p:cNvPr>
          <p:cNvSpPr/>
          <p:nvPr/>
        </p:nvSpPr>
        <p:spPr>
          <a:xfrm>
            <a:off x="7726009" y="4948588"/>
            <a:ext cx="2207390" cy="3623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8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AB44A-B099-16C9-A13D-2BC25F0A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9406061-5CFA-6B96-89B6-174643F2E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1947718"/>
            <a:ext cx="9248775" cy="47148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B7AF4F4-9BB1-8069-1338-9F34E819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393CB1-3874-0251-65AA-02E4F32AF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b="1" dirty="0"/>
              <a:t>Select </a:t>
            </a:r>
            <a:r>
              <a:rPr lang="en-US" altLang="ko-KR" sz="1600" b="1" dirty="0"/>
              <a:t>Visual C++</a:t>
            </a:r>
            <a:r>
              <a:rPr lang="ko-KR" altLang="en-US" sz="1600" b="1" dirty="0"/>
              <a:t> as your development setting</a:t>
            </a:r>
            <a:r>
              <a:rPr lang="ko-KR" altLang="en-US" sz="1600" dirty="0"/>
              <a:t>, then choose a theme.</a:t>
            </a:r>
          </a:p>
          <a:p>
            <a:r>
              <a:rPr lang="en-US" altLang="ko-KR" sz="1600" dirty="0"/>
              <a:t>Click Start Visual Studio.</a:t>
            </a:r>
            <a:endParaRPr lang="ko-KR" altLang="en-US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B52546-5760-B6C9-996C-13B207EA9E4D}"/>
              </a:ext>
            </a:extLst>
          </p:cNvPr>
          <p:cNvSpPr/>
          <p:nvPr/>
        </p:nvSpPr>
        <p:spPr>
          <a:xfrm>
            <a:off x="7097936" y="2750333"/>
            <a:ext cx="3514646" cy="33641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670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CD98-F5B5-8BA5-8B40-DC61BB33C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C9FD2-ECFF-4641-AFC0-5BEACB74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Project Creation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DA6669-3AC6-57E9-25E1-528511E79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Click Create a new project.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5CE38C-5026-BCEC-2C81-F254B2F42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77" y="1586717"/>
            <a:ext cx="7755380" cy="515708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CF1BF91-AA2F-01A8-1051-D9AD51A82B66}"/>
              </a:ext>
            </a:extLst>
          </p:cNvPr>
          <p:cNvSpPr/>
          <p:nvPr/>
        </p:nvSpPr>
        <p:spPr>
          <a:xfrm>
            <a:off x="7127421" y="3837368"/>
            <a:ext cx="2512291" cy="6557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88E4-9FD8-2468-16C2-3C86D8E55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7FCBCA-C03B-1B33-BFC8-F6FD714C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611" y="1515221"/>
            <a:ext cx="7174111" cy="515312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88490E0-3A87-FF6C-B127-A5020646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Project Creation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944326-5967-F2C0-62CF-9B3D73E3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Select Windows Desktop Wizard, then click Next.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F81D1A-40FB-DC4D-89B9-F7BB6D85DE1C}"/>
              </a:ext>
            </a:extLst>
          </p:cNvPr>
          <p:cNvSpPr/>
          <p:nvPr/>
        </p:nvSpPr>
        <p:spPr>
          <a:xfrm>
            <a:off x="5502562" y="3763890"/>
            <a:ext cx="3812310" cy="6557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E308D7-2B86-C261-5D84-B17504C0DBCB}"/>
              </a:ext>
            </a:extLst>
          </p:cNvPr>
          <p:cNvSpPr/>
          <p:nvPr/>
        </p:nvSpPr>
        <p:spPr>
          <a:xfrm>
            <a:off x="8631795" y="6308388"/>
            <a:ext cx="895927" cy="445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401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412A-2C42-EC7D-6CB7-B2571DCB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7114F6-E0DD-8F44-5ADF-63516F064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70" y="2007558"/>
            <a:ext cx="8115196" cy="473614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ACF8866-9296-D224-73F3-E0D8BB62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Project Creation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DBEFBD-73F0-C34B-3C49-0AEB865BC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Enter a project name, choose a location for the project folder, then click Create.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b="1" dirty="0"/>
              <a:t>Avoid Korean characters</a:t>
            </a:r>
            <a:r>
              <a:rPr lang="en-US" altLang="ko-KR" sz="1600" b="1" dirty="0"/>
              <a:t> and </a:t>
            </a:r>
            <a:r>
              <a:rPr lang="ko-KR" altLang="en-US" sz="1600" b="1" dirty="0"/>
              <a:t>spaces in project names and folder paths</a:t>
            </a:r>
            <a:r>
              <a:rPr lang="en-US" altLang="ko-KR" sz="1600" dirty="0"/>
              <a:t>, </a:t>
            </a:r>
            <a:r>
              <a:rPr lang="ko-KR" altLang="en-US" sz="1600" dirty="0"/>
              <a:t>as they may cause errors.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B2C909-100B-BEE6-ACAA-8BD45134ACEB}"/>
              </a:ext>
            </a:extLst>
          </p:cNvPr>
          <p:cNvSpPr/>
          <p:nvPr/>
        </p:nvSpPr>
        <p:spPr>
          <a:xfrm>
            <a:off x="1899473" y="2872118"/>
            <a:ext cx="4098637" cy="4687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72A031-BDD5-F3ED-5FA4-8832BB382CE9}"/>
              </a:ext>
            </a:extLst>
          </p:cNvPr>
          <p:cNvSpPr/>
          <p:nvPr/>
        </p:nvSpPr>
        <p:spPr>
          <a:xfrm>
            <a:off x="5790291" y="3429000"/>
            <a:ext cx="415638" cy="353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16FD0E-0FB5-162C-B6B1-2AA52CF661EC}"/>
              </a:ext>
            </a:extLst>
          </p:cNvPr>
          <p:cNvSpPr/>
          <p:nvPr/>
        </p:nvSpPr>
        <p:spPr>
          <a:xfrm>
            <a:off x="9126434" y="6357248"/>
            <a:ext cx="692728" cy="353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198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1ABFA-7D91-4ED2-C830-839FFEB1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D836D7A-E6FF-2252-2C14-80EFE868A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480" y="1859281"/>
            <a:ext cx="5007034" cy="44650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F18AD2-7EA6-028B-89F1-FABB1DA92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Project Creation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362E1-61F4-4CF9-6C14-05594289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Under Additional options, select Empty project, then click OK.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C7D455-774E-93AE-A270-1155DDA3B492}"/>
              </a:ext>
            </a:extLst>
          </p:cNvPr>
          <p:cNvSpPr/>
          <p:nvPr/>
        </p:nvSpPr>
        <p:spPr>
          <a:xfrm>
            <a:off x="3452088" y="3592778"/>
            <a:ext cx="1549403" cy="3806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378B8A-C19B-45D3-3D7D-C460C2421AEB}"/>
              </a:ext>
            </a:extLst>
          </p:cNvPr>
          <p:cNvSpPr/>
          <p:nvPr/>
        </p:nvSpPr>
        <p:spPr>
          <a:xfrm>
            <a:off x="6534563" y="5881937"/>
            <a:ext cx="803564" cy="353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576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D6AC-D4E5-26E2-3579-CC142E29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9BDA9-1416-13FD-3535-4DDE0959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Project Creation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73DF44-053C-76D4-A6A7-3351C06BE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Close the initial tabs, such as release notes.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FAD125-1499-11E8-22BC-615C04F7A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364" y="1797051"/>
            <a:ext cx="8959272" cy="481560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4A2EE7B-EA36-3830-315A-EDD6C0E2E9DC}"/>
              </a:ext>
            </a:extLst>
          </p:cNvPr>
          <p:cNvSpPr/>
          <p:nvPr/>
        </p:nvSpPr>
        <p:spPr>
          <a:xfrm>
            <a:off x="3241963" y="2101208"/>
            <a:ext cx="655782" cy="1801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180AA2-3FB0-C260-CE72-D2CB26930AEB}"/>
              </a:ext>
            </a:extLst>
          </p:cNvPr>
          <p:cNvSpPr/>
          <p:nvPr/>
        </p:nvSpPr>
        <p:spPr>
          <a:xfrm>
            <a:off x="1616363" y="2101208"/>
            <a:ext cx="1625599" cy="1801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89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7F514-BDDA-DA54-34C9-00990C47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9CF7C27-6C85-D106-1A2C-79F0FCC2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0" y="2453339"/>
            <a:ext cx="10957058" cy="380050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CBB384F-2BD1-CFB7-6FAC-BB78237E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2022: Code and Run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81E240-5498-8A5B-D911-95F1C1A8D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In Solution Explorer on the left (Ctrl+Alt+L), right-click Source Files, then select Add, New Item.</a:t>
            </a:r>
            <a:endParaRPr lang="en-US" altLang="ko-KR" sz="1600" dirty="0"/>
          </a:p>
          <a:p>
            <a:r>
              <a:rPr lang="ko-KR" altLang="en-US" sz="1600" dirty="0"/>
              <a:t>Enter a file name with the .c extension, then click Add.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D1291F-8180-9E34-1C8F-53588D71DBEB}"/>
              </a:ext>
            </a:extLst>
          </p:cNvPr>
          <p:cNvSpPr/>
          <p:nvPr/>
        </p:nvSpPr>
        <p:spPr>
          <a:xfrm>
            <a:off x="5796643" y="4274495"/>
            <a:ext cx="5190671" cy="411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C518B8-FA35-93B3-0A7B-402401279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745" y="2356781"/>
            <a:ext cx="3545634" cy="107221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93DBA9-3907-6B73-E311-2AC2BE7EA1A2}"/>
              </a:ext>
            </a:extLst>
          </p:cNvPr>
          <p:cNvSpPr/>
          <p:nvPr/>
        </p:nvSpPr>
        <p:spPr>
          <a:xfrm>
            <a:off x="10356690" y="3057915"/>
            <a:ext cx="863600" cy="411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21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D3B2D-405E-1433-5B78-162AA727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B1B91-9B5D-ED17-9AD3-703B24559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2022: Code and Run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87DB54-3BA8-34F2-A490-CEF39A0A1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Check that hello_world.c appears in Solution Explorer on the left.</a:t>
            </a:r>
            <a:endParaRPr lang="en-US" altLang="ko-KR" sz="1600" dirty="0"/>
          </a:p>
          <a:p>
            <a:r>
              <a:rPr lang="ko-KR" altLang="en-US" sz="1600" dirty="0"/>
              <a:t>Click the file to open the editor on the right. Enter the code shown in the image.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658755-46FA-D234-B6F2-801C22AC5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05657"/>
            <a:ext cx="9895114" cy="273462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0581296-01B7-5C6B-53B0-11F384F6EC41}"/>
              </a:ext>
            </a:extLst>
          </p:cNvPr>
          <p:cNvSpPr/>
          <p:nvPr/>
        </p:nvSpPr>
        <p:spPr>
          <a:xfrm>
            <a:off x="8159584" y="5055716"/>
            <a:ext cx="1672937" cy="164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D68B46-BCAD-8130-89A0-D79003A53A61}"/>
              </a:ext>
            </a:extLst>
          </p:cNvPr>
          <p:cNvSpPr/>
          <p:nvPr/>
        </p:nvSpPr>
        <p:spPr>
          <a:xfrm>
            <a:off x="838200" y="3143249"/>
            <a:ext cx="3823607" cy="2076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468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5DA9-C854-5203-2B1B-E55DBB9D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41FF5F3-1FD4-5A0D-F135-7E41FED2E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5" y="1896660"/>
            <a:ext cx="8180056" cy="46510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E27466-3882-E77A-C32E-6569EFFE8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2022: Code and Run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4C81F2-14DD-B53B-2CAE-8DC7DF91E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Build the code (compile and link) to create an executable file.</a:t>
            </a:r>
            <a:endParaRPr lang="en-US" altLang="ko-KR" sz="1600" dirty="0"/>
          </a:p>
          <a:p>
            <a:pPr lvl="1"/>
            <a:r>
              <a:rPr lang="ko-KR" altLang="en-US" sz="1400" dirty="0"/>
              <a:t>Select Build, then Build Solution.</a:t>
            </a:r>
            <a:endParaRPr lang="en-US" altLang="ko-KR" sz="1400" dirty="0"/>
          </a:p>
          <a:p>
            <a:endParaRPr lang="en-US" altLang="ko-KR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23DB39-C08D-1B9C-50DC-36AAF2A2B580}"/>
              </a:ext>
            </a:extLst>
          </p:cNvPr>
          <p:cNvSpPr/>
          <p:nvPr/>
        </p:nvSpPr>
        <p:spPr>
          <a:xfrm>
            <a:off x="2539622" y="2103995"/>
            <a:ext cx="4444712" cy="3697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6AC9255-F568-B799-BC96-4C7F62F28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657" y="5404216"/>
            <a:ext cx="6641108" cy="128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58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032E-95B8-8389-D072-DE935935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0BDE4-784E-79E7-3687-F936F56FF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2022: Code and Run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C8B0F-59B7-3C00-53D6-C50A21E7D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Run the .exe file in "project folder\x64\Debug" from a terminal such as cmd to see the output.</a:t>
            </a:r>
          </a:p>
          <a:p>
            <a:pPr lvl="1"/>
            <a:r>
              <a:rPr lang="ko-KR" altLang="en-US" sz="1400" dirty="0"/>
              <a:t>If you open this file with the mouse, its window closes immediately. This is normal.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E33030-84C6-D816-1619-6DD78774C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06" y="3121819"/>
            <a:ext cx="6182588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4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8583-AB16-5DCC-EC66-A415B172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F02A437-D386-3F4D-90EE-A5332482F9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484"/>
          <a:stretch>
            <a:fillRect/>
          </a:stretch>
        </p:blipFill>
        <p:spPr>
          <a:xfrm>
            <a:off x="1213613" y="1631873"/>
            <a:ext cx="8550874" cy="24146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9E9F7B-69CB-C87D-761D-1B7B4598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2022: Code and Run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42CF09-FF03-509B-EB58-ED3498E6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Select Debug, Start Without Debugging (Ctrl+F5) to build and run the program in one step.</a:t>
            </a:r>
            <a:endParaRPr lang="en-US" altLang="ko-KR" sz="1400" dirty="0"/>
          </a:p>
          <a:p>
            <a:endParaRPr lang="en-US" altLang="ko-KR" sz="16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58CDFE-824F-6BA4-FAD0-02F04D499C34}"/>
              </a:ext>
            </a:extLst>
          </p:cNvPr>
          <p:cNvSpPr/>
          <p:nvPr/>
        </p:nvSpPr>
        <p:spPr>
          <a:xfrm>
            <a:off x="4376799" y="2556459"/>
            <a:ext cx="3206462" cy="3500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FA5998E-1BAA-6653-9022-18732EE78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22" y="4778173"/>
            <a:ext cx="11593285" cy="132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48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E92E-42B5-759A-BBB5-76D3134C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EA1A9-63EF-40E6-0BEB-0CD0FB05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Debugging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AC7C6-0942-83EA-CD73-9AC38BD7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Debugging lets you pause </a:t>
            </a:r>
            <a:r>
              <a:rPr lang="en-US" altLang="ko-KR" sz="1600" b="1" dirty="0"/>
              <a:t>before </a:t>
            </a:r>
            <a:r>
              <a:rPr lang="ko-KR" altLang="en-US" sz="1600" b="1" dirty="0"/>
              <a:t>a breakpoint</a:t>
            </a:r>
            <a:r>
              <a:rPr lang="ko-KR" altLang="en-US" sz="1600" dirty="0"/>
              <a:t> and inspect the program state, including variable values.</a:t>
            </a:r>
            <a:endParaRPr lang="en-US" altLang="ko-KR" sz="1600" dirty="0"/>
          </a:p>
          <a:p>
            <a:r>
              <a:rPr lang="ko-KR" altLang="en-US" sz="1600" dirty="0"/>
              <a:t>Enter the code below. Click to the left of a line number to set a breakpoint, shown as a red circle. You can set more than one.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FB5B59-08C6-E99F-26E5-B6468B309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154" y="2254692"/>
            <a:ext cx="8207289" cy="430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57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0B7A-2DDE-CBB9-FBE4-B2FAA787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35093-AD8D-63C8-59FE-286E5ED37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Debugging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5A4B9E-B9E6-7C06-9D9A-FB8921855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With a breakpoint set, select Debug, Start Debugging (F5) to build and debug the program.</a:t>
            </a:r>
          </a:p>
          <a:p>
            <a:r>
              <a:rPr lang="ko-KR" altLang="en-US" sz="1600" dirty="0"/>
              <a:t>You can also set breakpoints after starting the debugger.</a:t>
            </a:r>
            <a:endParaRPr lang="en-US" altLang="ko-KR" sz="1400" dirty="0"/>
          </a:p>
          <a:p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0F0286-F678-2A40-639E-D3E943695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6048"/>
            <a:ext cx="9729246" cy="244612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1BB66A-72A0-5B84-082D-796B4259A19A}"/>
              </a:ext>
            </a:extLst>
          </p:cNvPr>
          <p:cNvSpPr/>
          <p:nvPr/>
        </p:nvSpPr>
        <p:spPr>
          <a:xfrm>
            <a:off x="4295156" y="3226048"/>
            <a:ext cx="3869130" cy="1182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763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6E3F-D838-808E-2186-A166F3B5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5CD984-7DE1-F154-F019-DC815048F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999" y="1849035"/>
            <a:ext cx="6778240" cy="479802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24EE63-6ED6-610F-C9BB-4422B48B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Debugging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386202-32BD-B9F3-906B-210943110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Starting the debugger opens both VS2022 and a terminal. Inspect variable values in VS2022 and view the output so far in the terminal.</a:t>
            </a:r>
            <a:endParaRPr lang="en-US" altLang="ko-KR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AF0C11-BC3C-AEB9-3717-4CE18058F60B}"/>
              </a:ext>
            </a:extLst>
          </p:cNvPr>
          <p:cNvSpPr/>
          <p:nvPr/>
        </p:nvSpPr>
        <p:spPr>
          <a:xfrm>
            <a:off x="1048361" y="5753936"/>
            <a:ext cx="2985079" cy="839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C060D-498D-BE0E-1039-2C2E191405C3}"/>
              </a:ext>
            </a:extLst>
          </p:cNvPr>
          <p:cNvSpPr txBox="1"/>
          <p:nvPr/>
        </p:nvSpPr>
        <p:spPr>
          <a:xfrm>
            <a:off x="1025900" y="5311794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Current variable values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3EF911-E301-D41F-BEAF-82889B466BCB}"/>
              </a:ext>
            </a:extLst>
          </p:cNvPr>
          <p:cNvSpPr/>
          <p:nvPr/>
        </p:nvSpPr>
        <p:spPr>
          <a:xfrm>
            <a:off x="4177087" y="5753936"/>
            <a:ext cx="3089080" cy="839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6E0953-592A-983A-F17B-33692FF850B5}"/>
              </a:ext>
            </a:extLst>
          </p:cNvPr>
          <p:cNvSpPr txBox="1"/>
          <p:nvPr/>
        </p:nvSpPr>
        <p:spPr>
          <a:xfrm>
            <a:off x="4111772" y="5333631"/>
            <a:ext cx="352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Call stack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D0B3A2-6FBF-5098-BF53-CC5207D91486}"/>
              </a:ext>
            </a:extLst>
          </p:cNvPr>
          <p:cNvSpPr/>
          <p:nvPr/>
        </p:nvSpPr>
        <p:spPr>
          <a:xfrm>
            <a:off x="1058393" y="1827198"/>
            <a:ext cx="5164137" cy="430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522734-D006-E053-1153-611C03B93274}"/>
              </a:ext>
            </a:extLst>
          </p:cNvPr>
          <p:cNvSpPr txBox="1"/>
          <p:nvPr/>
        </p:nvSpPr>
        <p:spPr>
          <a:xfrm>
            <a:off x="4295830" y="1457866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Debug controls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7A9494E-B4D8-7980-AF0A-984A1756E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038" y="3412836"/>
            <a:ext cx="3705742" cy="1257475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72DDC6-F33A-26F2-C6A3-9568E184F4AD}"/>
              </a:ext>
            </a:extLst>
          </p:cNvPr>
          <p:cNvSpPr/>
          <p:nvPr/>
        </p:nvSpPr>
        <p:spPr>
          <a:xfrm>
            <a:off x="1058393" y="2923977"/>
            <a:ext cx="602098" cy="839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7B1178-27E5-533F-20EB-246FC5BBEFDE}"/>
              </a:ext>
            </a:extLst>
          </p:cNvPr>
          <p:cNvSpPr txBox="1"/>
          <p:nvPr/>
        </p:nvSpPr>
        <p:spPr>
          <a:xfrm>
            <a:off x="25652" y="3783844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Current execution position</a:t>
            </a:r>
          </a:p>
        </p:txBody>
      </p:sp>
    </p:spTree>
    <p:extLst>
      <p:ext uri="{BB962C8B-B14F-4D97-AF65-F5344CB8AC3E}">
        <p14:creationId xmlns:p14="http://schemas.microsoft.com/office/powerpoint/2010/main" val="322531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F1DC-C570-02D0-2FDF-356FCBC98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1039A-762C-C78D-9A0C-E6B4E0CFD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Debugging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C2B63-BE7B-115A-FEEB-13031522A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Starting the debugger opens both VS2022 and a terminal. Inspect variable values in VS2022 and view the output so far in the terminal.</a:t>
            </a:r>
            <a:endParaRPr lang="en-US" altLang="ko-KR" sz="1600" dirty="0"/>
          </a:p>
          <a:p>
            <a:r>
              <a:rPr lang="en-US" altLang="ko-KR" sz="1600" dirty="0"/>
              <a:t>The line at the breakpoint has not run yet. The preceding printf() has run, and number still contains 0.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4BC53B7-25DF-893C-C285-7E7327792E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67" b="13620"/>
          <a:stretch/>
        </p:blipFill>
        <p:spPr>
          <a:xfrm>
            <a:off x="604273" y="2348088"/>
            <a:ext cx="5977894" cy="214386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55CF128-35B4-C2F7-7628-FED813355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12" y="2819848"/>
            <a:ext cx="3705742" cy="12574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0144382-7A09-4872-913D-F3CF222C4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4805071"/>
            <a:ext cx="8425543" cy="184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69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C615-469E-0D14-0BB8-26A526EE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0256364-6077-517C-8AC8-A47B7B240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57" y="4977688"/>
            <a:ext cx="7339563" cy="16367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B63556-38AB-914E-A580-263FBC15D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98" y="1534718"/>
            <a:ext cx="10311493" cy="84334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303733A-B3E8-39D7-5D3D-30A345C24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153" y="2554335"/>
            <a:ext cx="4140721" cy="181461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64D086-222C-D114-0650-8C171E48D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57" y="2517249"/>
            <a:ext cx="6141661" cy="19411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4C8DB7-E904-C54F-24B7-8414519E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Debugging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8603E-D7F9-A10D-2BD0-A6B009C8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Click Continue to run to the next breakpoint, or to the end if no more breakpoints remain.</a:t>
            </a:r>
            <a:endParaRPr lang="en-US" altLang="ko-KR" sz="16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0FF9D1-8365-8C3E-62F6-38D42E602991}"/>
              </a:ext>
            </a:extLst>
          </p:cNvPr>
          <p:cNvSpPr/>
          <p:nvPr/>
        </p:nvSpPr>
        <p:spPr>
          <a:xfrm>
            <a:off x="4691972" y="1742150"/>
            <a:ext cx="906172" cy="3767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D9DDD7-E07F-83B4-59C5-107020A19B0B}"/>
              </a:ext>
            </a:extLst>
          </p:cNvPr>
          <p:cNvSpPr txBox="1"/>
          <p:nvPr/>
        </p:nvSpPr>
        <p:spPr>
          <a:xfrm>
            <a:off x="7622309" y="5358193"/>
            <a:ext cx="4356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The current-position arrow, the value of number, and the terminal output all update.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3318312-F923-7E98-C5EA-07F651E73841}"/>
              </a:ext>
            </a:extLst>
          </p:cNvPr>
          <p:cNvSpPr/>
          <p:nvPr/>
        </p:nvSpPr>
        <p:spPr>
          <a:xfrm>
            <a:off x="146454" y="3036542"/>
            <a:ext cx="923431" cy="10526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42FD37-F484-D094-A095-7A7A4765FCE8}"/>
              </a:ext>
            </a:extLst>
          </p:cNvPr>
          <p:cNvSpPr/>
          <p:nvPr/>
        </p:nvSpPr>
        <p:spPr>
          <a:xfrm>
            <a:off x="6890153" y="3315856"/>
            <a:ext cx="4054938" cy="258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F235F6-EEA1-307D-189F-0CFB516980D1}"/>
              </a:ext>
            </a:extLst>
          </p:cNvPr>
          <p:cNvSpPr/>
          <p:nvPr/>
        </p:nvSpPr>
        <p:spPr>
          <a:xfrm>
            <a:off x="377508" y="5411807"/>
            <a:ext cx="6272673" cy="427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055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0EEF-CA22-D1C5-221B-1A44579B7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BB0B0-A802-0BC3-D9AD-5511070F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Debugging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A08DF4-8E18-BD82-C259-7F922BFAA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Click Step Into to stop at the next statement, rather than the next breakpoint.</a:t>
            </a:r>
            <a:endParaRPr lang="en-US" altLang="ko-KR" sz="1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1AB0A04-97AF-7E23-B517-693E36056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61" y="3071898"/>
            <a:ext cx="11155332" cy="333421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376F592-E35F-A820-ADDC-A9375964F2E5}"/>
              </a:ext>
            </a:extLst>
          </p:cNvPr>
          <p:cNvSpPr/>
          <p:nvPr/>
        </p:nvSpPr>
        <p:spPr>
          <a:xfrm>
            <a:off x="675350" y="3722210"/>
            <a:ext cx="1375121" cy="1320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2E22E1-6A64-D4AB-C2B3-779F763D8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39661"/>
            <a:ext cx="10311493" cy="84334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AF8E1BB-603E-65AA-7FB1-860555A5B5A8}"/>
              </a:ext>
            </a:extLst>
          </p:cNvPr>
          <p:cNvSpPr/>
          <p:nvPr/>
        </p:nvSpPr>
        <p:spPr>
          <a:xfrm>
            <a:off x="7753496" y="2119436"/>
            <a:ext cx="315044" cy="283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832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8FCE-9E24-43D6-0B5D-ACBC7B76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24911-434B-AADA-047B-EB2D50C8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Debugging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828F3-8827-60C4-EFC5-BB9052C2F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Click Stop Debugging to end the debugging session immediately.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CEA73F-4620-FABE-EBEB-98B964D40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56" y="3143250"/>
            <a:ext cx="10311493" cy="84334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5247E02-30B6-4752-1DAD-270A6F271C74}"/>
              </a:ext>
            </a:extLst>
          </p:cNvPr>
          <p:cNvSpPr/>
          <p:nvPr/>
        </p:nvSpPr>
        <p:spPr>
          <a:xfrm>
            <a:off x="7019949" y="3380346"/>
            <a:ext cx="315044" cy="283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483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3B75-7C64-AD9F-F38C-1D5F6A18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71379-C60A-5E7C-9880-138258BCC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2022 Tips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46720CA-37F0-0100-8BE2-9644E3634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6603" y="2448745"/>
            <a:ext cx="7658794" cy="4391000"/>
          </a:xfr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F7DB9C3-33C5-A2F5-8068-3D0B9B7E8BC2}"/>
              </a:ext>
            </a:extLst>
          </p:cNvPr>
          <p:cNvSpPr/>
          <p:nvPr/>
        </p:nvSpPr>
        <p:spPr>
          <a:xfrm>
            <a:off x="2277140" y="6025918"/>
            <a:ext cx="5773735" cy="241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5080D71-F14C-C225-9F6E-95C52B23D7DE}"/>
              </a:ext>
            </a:extLst>
          </p:cNvPr>
          <p:cNvSpPr txBox="1">
            <a:spLocks/>
          </p:cNvSpPr>
          <p:nvPr/>
        </p:nvSpPr>
        <p:spPr>
          <a:xfrm>
            <a:off x="838200" y="1253331"/>
            <a:ext cx="10515600" cy="5586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/>
              <a:t>If a build or run fails, the Error List appears as shown below.</a:t>
            </a:r>
            <a:endParaRPr lang="en-US" altLang="ko-KR" sz="1600" dirty="0"/>
          </a:p>
          <a:p>
            <a:r>
              <a:rPr lang="ko-KR" altLang="en-US" sz="1600" dirty="0"/>
              <a:t>Read the error description, or copy it into Google to find solutions to common errors.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386230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F177F-F61E-131E-2E2D-8AF191D59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r>
              <a:rPr lang="en-US" altLang="ko-KR" dirty="0"/>
              <a:t> Setup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1B0320-DF2A-8CF6-FAB7-065D17802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(Windows)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298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E375-3063-2A1E-E0EB-7EEAA8A6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E01B1-051F-25D6-741D-E2E20E1E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DD23B-89A0-08F7-2585-4FBCE8F41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Search for Visual Studio Code download </a:t>
            </a:r>
            <a:r>
              <a:rPr lang="ko-KR" altLang="en-US" sz="1600" dirty="0"/>
              <a:t>or </a:t>
            </a:r>
            <a:br>
              <a:rPr lang="en-US" altLang="ko-KR" sz="1600" dirty="0"/>
            </a:br>
            <a:r>
              <a:rPr lang="ko-KR" altLang="en-US" sz="1600" dirty="0"/>
              <a:t>visit</a:t>
            </a:r>
            <a:r>
              <a:rPr lang="en-US" altLang="ko-KR" sz="1600" dirty="0"/>
              <a:t>: </a:t>
            </a:r>
            <a:r>
              <a:rPr lang="en-US" altLang="ko-KR" sz="1600" dirty="0">
                <a:hlinkClick r:id="rId2"/>
              </a:rPr>
              <a:t>https://code.visualstudio.com/download</a:t>
            </a:r>
            <a:endParaRPr lang="en-US" altLang="ko-KR" sz="1600" dirty="0"/>
          </a:p>
          <a:p>
            <a:r>
              <a:rPr lang="ko-KR" altLang="en-US" sz="1600" dirty="0"/>
              <a:t>Click the Windows installer shown below.</a:t>
            </a:r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A09673-7FE7-6CF8-EF80-53261CDA8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840" y="2353414"/>
            <a:ext cx="7005626" cy="437185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CBEF962-CB7B-515E-F031-5E7220FD6B9E}"/>
              </a:ext>
            </a:extLst>
          </p:cNvPr>
          <p:cNvSpPr/>
          <p:nvPr/>
        </p:nvSpPr>
        <p:spPr>
          <a:xfrm>
            <a:off x="3011981" y="4508938"/>
            <a:ext cx="1536372" cy="9077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168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2173-7490-68C9-470B-E413381C3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95F58-8236-38DB-7536-9403358E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BC47FA-BEC2-8C8B-8802-55C1854C8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Run the downloaded file, select your preferred options, and install.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CC0988-36E9-1DE5-697B-6DD0DA25E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45" y="2185909"/>
            <a:ext cx="5503903" cy="418870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1A851CE-9BEE-47D6-BFFA-AC43C2452653}"/>
              </a:ext>
            </a:extLst>
          </p:cNvPr>
          <p:cNvSpPr/>
          <p:nvPr/>
        </p:nvSpPr>
        <p:spPr>
          <a:xfrm>
            <a:off x="3277473" y="3255580"/>
            <a:ext cx="3572644" cy="14819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BBA8A5-2132-E6F7-0120-70538231B14A}"/>
              </a:ext>
            </a:extLst>
          </p:cNvPr>
          <p:cNvSpPr/>
          <p:nvPr/>
        </p:nvSpPr>
        <p:spPr>
          <a:xfrm>
            <a:off x="6921063" y="6013139"/>
            <a:ext cx="733096" cy="3325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922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4253-0340-0E16-4B87-E52E7DEE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E1291-7F87-27CC-64CE-7BBA7347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B2E13-E66C-65E9-AE89-92BD0B9B7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Search for Visual Studio 2022 and open it.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A79F93-6735-1437-816C-B7879C33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9" t="3676" r="1644"/>
          <a:stretch>
            <a:fillRect/>
          </a:stretch>
        </p:blipFill>
        <p:spPr>
          <a:xfrm>
            <a:off x="2710355" y="1813034"/>
            <a:ext cx="6771290" cy="489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19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3A6D-46CD-1FBA-D379-12DD41D6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C7F9E-060C-8045-B6CD-D68A84F6F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E2B94-AB12-B17E-D96E-821EAD29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Open Extensions, search for C/C++, and install the extension.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35F4671-B8F0-887E-7847-F3D33CC97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47" y="1703388"/>
            <a:ext cx="7695243" cy="506001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0F701A1-39DC-DBE5-E024-14E8543B4587}"/>
              </a:ext>
            </a:extLst>
          </p:cNvPr>
          <p:cNvSpPr/>
          <p:nvPr/>
        </p:nvSpPr>
        <p:spPr>
          <a:xfrm>
            <a:off x="2039964" y="3736427"/>
            <a:ext cx="293810" cy="1891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AC630D60-0EDD-9B69-91E5-36409A18FA0D}"/>
                  </a:ext>
                </a:extLst>
              </p14:cNvPr>
              <p14:cNvContentPartPr/>
              <p14:nvPr/>
            </p14:nvContentPartPr>
            <p14:xfrm>
              <a:off x="6294471" y="2959098"/>
              <a:ext cx="308880" cy="30888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AC630D60-0EDD-9B69-91E5-36409A18FA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8351" y="2952978"/>
                <a:ext cx="32112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D49468AE-C159-6103-9031-C09877DA60A2}"/>
                  </a:ext>
                </a:extLst>
              </p14:cNvPr>
              <p14:cNvContentPartPr/>
              <p14:nvPr/>
            </p14:nvContentPartPr>
            <p14:xfrm>
              <a:off x="2873031" y="5238618"/>
              <a:ext cx="331560" cy="129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D49468AE-C159-6103-9031-C09877DA60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6911" y="5232498"/>
                <a:ext cx="34380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632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E02B-1634-861F-137D-53415D3D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2FACD-1FA2-7ECC-D718-13A9F7AA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2CA21-C281-DBAF-EF6C-BCBA14010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b="1" dirty="0"/>
              <a:t>Match the Visual Studio 2022</a:t>
            </a:r>
            <a:r>
              <a:rPr lang="ko-KR" altLang="en-US" sz="1600" b="1" dirty="0"/>
              <a:t> environment</a:t>
            </a:r>
            <a:r>
              <a:rPr lang="ko-KR" altLang="en-US" sz="1600" dirty="0"/>
              <a:t> by opening </a:t>
            </a:r>
            <a:r>
              <a:rPr lang="en-US" altLang="ko-KR" sz="1600" dirty="0"/>
              <a:t>Windows </a:t>
            </a:r>
            <a:r>
              <a:rPr lang="en-US" altLang="ko-KR" sz="1600" dirty="0" err="1"/>
              <a:t>PowerShell</a:t>
            </a:r>
            <a:r>
              <a:rPr lang="ko-KR" altLang="en-US" sz="1600" dirty="0"/>
              <a:t> as administrator. Run the command below to install </a:t>
            </a:r>
            <a:r>
              <a:rPr lang="en-US" altLang="ko-KR" sz="1600" dirty="0"/>
              <a:t>Build Tools 2022 (MSVC v143 + Windows SDK).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err="1"/>
              <a:t>winget</a:t>
            </a:r>
            <a:r>
              <a:rPr lang="en-US" altLang="ko-KR" sz="1600" dirty="0"/>
              <a:t> install -e --id Microsoft.VisualStudio.2022.BuildTools --override "--passive --wait --</a:t>
            </a:r>
            <a:r>
              <a:rPr lang="en-US" altLang="ko-KR" sz="1600" dirty="0" err="1"/>
              <a:t>norestart</a:t>
            </a:r>
            <a:r>
              <a:rPr lang="en-US" altLang="ko-KR" sz="1600" dirty="0"/>
              <a:t> --add </a:t>
            </a:r>
            <a:r>
              <a:rPr lang="en-US" altLang="ko-KR" sz="1600" dirty="0" err="1"/>
              <a:t>Microsoft.VisualStudio.Workload.VCTools</a:t>
            </a:r>
            <a:r>
              <a:rPr lang="en-US" altLang="ko-KR" sz="1600" dirty="0"/>
              <a:t> --</a:t>
            </a:r>
            <a:r>
              <a:rPr lang="en-US" altLang="ko-KR" sz="1600" dirty="0" err="1"/>
              <a:t>includeRecommended</a:t>
            </a:r>
            <a:r>
              <a:rPr lang="en-US" altLang="ko-KR" sz="1600" dirty="0"/>
              <a:t>"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9E08D8-3B31-89EB-7F65-D30E3FA3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7" t="5305" r="1986"/>
          <a:stretch>
            <a:fillRect/>
          </a:stretch>
        </p:blipFill>
        <p:spPr>
          <a:xfrm>
            <a:off x="620785" y="3429000"/>
            <a:ext cx="3999698" cy="20754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39E2387-7C91-7666-0A0C-3EC752CF4936}"/>
              </a:ext>
            </a:extLst>
          </p:cNvPr>
          <p:cNvSpPr/>
          <p:nvPr/>
        </p:nvSpPr>
        <p:spPr>
          <a:xfrm>
            <a:off x="2585381" y="4945310"/>
            <a:ext cx="648577" cy="208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815F71-CC11-4D27-460F-99A132ED6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356" y="3044485"/>
            <a:ext cx="6226444" cy="32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52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F957-9E67-AA7A-71DA-B424441F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D5FD6-4865-C13C-64C2-C50D2681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84FEF-EE34-9EDC-EAFF-EAFB66AD8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Open "X64 Native Tools Command Prompt for VS 2022". In your working folder, enter "code ." to launch VSCode.</a:t>
            </a:r>
          </a:p>
          <a:p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C035EF-D09A-A8BD-D9EE-083728B9E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65" y="2236671"/>
            <a:ext cx="5152793" cy="38286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1EFE5CC-519A-84DD-6337-91EFE0466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419" y="2578894"/>
            <a:ext cx="5997916" cy="320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89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A7CBE-EE31-D62E-87A3-24E63516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05CB-2454-BB15-11A2-8C1CDFF2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EF3FE-9EE1-B824-7668-D0D4F1CB3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 err="1"/>
              <a:t>Create hello_world.c and enter your code.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718471-9A68-E5E6-BD47-7A6F59EE0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40"/>
          <a:stretch>
            <a:fillRect/>
          </a:stretch>
        </p:blipFill>
        <p:spPr>
          <a:xfrm>
            <a:off x="1107347" y="2137867"/>
            <a:ext cx="4257412" cy="35531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1E68A7-E91D-FD83-FF36-CDE28ED533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26484" b="34496"/>
          <a:stretch>
            <a:fillRect/>
          </a:stretch>
        </p:blipFill>
        <p:spPr>
          <a:xfrm>
            <a:off x="6356778" y="2137867"/>
            <a:ext cx="4296399" cy="35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23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4641-E877-C149-3D8E-6DE4EE36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E95BF-BBE1-73AE-7873-E91602F4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0D12CD-9114-4414-47ED-EF4D39A44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In the Command Palette (Ctrl+Shift+P), search for and run Tasks: Configure Default Build Tasks.</a:t>
            </a:r>
            <a:endParaRPr lang="en-US" altLang="ko-KR" sz="1600" dirty="0"/>
          </a:p>
          <a:p>
            <a:r>
              <a:rPr lang="ko-KR" altLang="en-US" sz="1600" dirty="0"/>
              <a:t>Select C/C++: cl.exe build active file.</a:t>
            </a:r>
            <a:endParaRPr lang="en-US" altLang="ko-KR" sz="1600" dirty="0"/>
          </a:p>
          <a:p>
            <a:r>
              <a:rPr lang="en-US" altLang="ko-KR" sz="1600" dirty="0"/>
              <a:t>This creates tasks.json inside the .vscode folder.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AB6339-4E63-1814-4211-94AD14996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t="-119" r="21861" b="44489"/>
          <a:stretch>
            <a:fillRect/>
          </a:stretch>
        </p:blipFill>
        <p:spPr>
          <a:xfrm>
            <a:off x="236025" y="2516240"/>
            <a:ext cx="5581450" cy="37049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1B74A8-F59F-B835-32B6-8B11867AD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98" t="-1" r="19670" b="45977"/>
          <a:stretch>
            <a:fillRect/>
          </a:stretch>
        </p:blipFill>
        <p:spPr>
          <a:xfrm>
            <a:off x="6096000" y="2516240"/>
            <a:ext cx="5799083" cy="370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24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6C2C-131F-E2E5-AD6B-AAE0DB7DB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38814-A733-F237-22C6-D742DCE6A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7DD2D7-B8C9-FDE8-64CF-51BDA00D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 err="1"/>
              <a:t>Open hello_world.c and run Tasks: Run build tasks (Ctrl+Shift+B) from the Command Palette. The build generates the output files.</a:t>
            </a:r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777482F-1528-0982-C08A-32248C42A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" y="2288204"/>
            <a:ext cx="5305371" cy="39224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8D20DB-8F9E-FF5B-2A2C-C4A82DA8E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410" y="2095927"/>
            <a:ext cx="4627390" cy="430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11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111BE-144B-F562-909F-D3AE1C62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9903B-FFE1-46C6-0157-14D04DD3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 Studio Code Installation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E611F-96CB-18F4-323B-B6C044CC0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Select Run, Start Debugging (F5) to debug.</a:t>
            </a:r>
          </a:p>
          <a:p>
            <a:r>
              <a:rPr lang="ko-KR" altLang="en-US" sz="1600" dirty="0" err="1"/>
              <a:t>Select C++(Windows) as the debugger.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82F1150-DB01-39D1-EE21-B13F15152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885"/>
          <a:stretch>
            <a:fillRect/>
          </a:stretch>
        </p:blipFill>
        <p:spPr>
          <a:xfrm>
            <a:off x="582086" y="2293206"/>
            <a:ext cx="4760392" cy="42494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FF6555-CCD2-3F81-727B-968912FB1C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2" r="5857" b="2579"/>
          <a:stretch>
            <a:fillRect/>
          </a:stretch>
        </p:blipFill>
        <p:spPr>
          <a:xfrm>
            <a:off x="5803544" y="2293206"/>
            <a:ext cx="5675586" cy="42494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15B267F-5402-1EE0-20BA-104E10A5C1D1}"/>
              </a:ext>
            </a:extLst>
          </p:cNvPr>
          <p:cNvSpPr/>
          <p:nvPr/>
        </p:nvSpPr>
        <p:spPr>
          <a:xfrm>
            <a:off x="7062788" y="2758966"/>
            <a:ext cx="796322" cy="1956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3965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5EA4E-06FB-75C1-1CAB-AA1F01B0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Troubleshooting</a:t>
            </a:r>
            <a:br>
              <a:rPr lang="en-US" altLang="ko-KR" dirty="0"/>
            </a:br>
            <a:r>
              <a:rPr lang="en-US" altLang="ko-KR" dirty="0" err="1"/>
              <a:t>winget</a:t>
            </a:r>
            <a:r>
              <a:rPr lang="ko-KR" altLang="en-US" dirty="0"/>
              <a:t> is unavailable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0E4F1-7EFD-2247-5A83-7AA8BF717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Open PowerShell and enter the following commands.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Reference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Use </a:t>
            </a:r>
            <a:r>
              <a:rPr lang="en-US" altLang="ko-KR" dirty="0" err="1">
                <a:hlinkClick r:id="rId2"/>
              </a:rPr>
              <a:t>WinGet</a:t>
            </a:r>
            <a:r>
              <a:rPr lang="en-US" altLang="ko-KR" dirty="0">
                <a:hlinkClick r:id="rId2"/>
              </a:rPr>
              <a:t> to install and manage applications | Microsoft Learn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5815-D0B8-A1EB-539F-5E367567AE4F}"/>
              </a:ext>
            </a:extLst>
          </p:cNvPr>
          <p:cNvSpPr txBox="1"/>
          <p:nvPr/>
        </p:nvSpPr>
        <p:spPr>
          <a:xfrm>
            <a:off x="1828799" y="2400856"/>
            <a:ext cx="894846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$</a:t>
            </a:r>
            <a:r>
              <a:rPr lang="ko-KR" altLang="en-US" sz="1400" dirty="0" err="1"/>
              <a:t>progressPreference</a:t>
            </a:r>
            <a:r>
              <a:rPr lang="ko-KR" altLang="en-US" sz="1400" dirty="0"/>
              <a:t> = '</a:t>
            </a:r>
            <a:r>
              <a:rPr lang="ko-KR" altLang="en-US" sz="1400" dirty="0" err="1"/>
              <a:t>silentlyContinue</a:t>
            </a:r>
            <a:r>
              <a:rPr lang="ko-KR" altLang="en-US" sz="1400" dirty="0"/>
              <a:t>'</a:t>
            </a:r>
          </a:p>
          <a:p>
            <a:r>
              <a:rPr lang="ko-KR" altLang="en-US" sz="1400" dirty="0" err="1"/>
              <a:t>Write</a:t>
            </a:r>
            <a:r>
              <a:rPr lang="ko-KR" altLang="en-US" sz="1400" dirty="0"/>
              <a:t>-Host "</a:t>
            </a:r>
            <a:r>
              <a:rPr lang="ko-KR" altLang="en-US" sz="1400" dirty="0" err="1"/>
              <a:t>Installing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WinGet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PowerShell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module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from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PSGallery</a:t>
            </a:r>
            <a:r>
              <a:rPr lang="ko-KR" altLang="en-US" sz="1400" dirty="0"/>
              <a:t>..."</a:t>
            </a:r>
          </a:p>
          <a:p>
            <a:r>
              <a:rPr lang="ko-KR" altLang="en-US" sz="1400" dirty="0" err="1"/>
              <a:t>Install-PackageProvider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NuGet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Force</a:t>
            </a:r>
            <a:r>
              <a:rPr lang="ko-KR" altLang="en-US" sz="1400" dirty="0"/>
              <a:t> | </a:t>
            </a:r>
            <a:r>
              <a:rPr lang="ko-KR" altLang="en-US" sz="1400" dirty="0" err="1"/>
              <a:t>Out-Null</a:t>
            </a:r>
            <a:endParaRPr lang="ko-KR" altLang="en-US" sz="1400" dirty="0"/>
          </a:p>
          <a:p>
            <a:r>
              <a:rPr lang="ko-KR" altLang="en-US" sz="1400" dirty="0" err="1"/>
              <a:t>Install-Module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Microsoft.WinGet.Client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Force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Repository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PSGallery</a:t>
            </a:r>
            <a:r>
              <a:rPr lang="ko-KR" altLang="en-US" sz="1400" dirty="0"/>
              <a:t> | </a:t>
            </a:r>
            <a:r>
              <a:rPr lang="ko-KR" altLang="en-US" sz="1400" dirty="0" err="1"/>
              <a:t>Out-Null</a:t>
            </a:r>
            <a:endParaRPr lang="ko-KR" altLang="en-US" sz="1400" dirty="0"/>
          </a:p>
          <a:p>
            <a:r>
              <a:rPr lang="ko-KR" altLang="en-US" sz="1400" dirty="0" err="1"/>
              <a:t>Write</a:t>
            </a:r>
            <a:r>
              <a:rPr lang="ko-KR" altLang="en-US" sz="1400" dirty="0"/>
              <a:t>-Host "</a:t>
            </a:r>
            <a:r>
              <a:rPr lang="ko-KR" altLang="en-US" sz="1400" dirty="0" err="1"/>
              <a:t>Using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Repair-WinGetPackageManager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cmdlet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to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bootstrap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WinGet</a:t>
            </a:r>
            <a:r>
              <a:rPr lang="ko-KR" altLang="en-US" sz="1400" dirty="0"/>
              <a:t>..."</a:t>
            </a:r>
          </a:p>
          <a:p>
            <a:r>
              <a:rPr lang="ko-KR" altLang="en-US" sz="1400" dirty="0" err="1"/>
              <a:t>Repair-WinGetPackageManager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AllUsers</a:t>
            </a:r>
            <a:endParaRPr lang="ko-KR" altLang="en-US" sz="1400" dirty="0"/>
          </a:p>
          <a:p>
            <a:r>
              <a:rPr lang="ko-KR" altLang="en-US" sz="1400" dirty="0" err="1"/>
              <a:t>Write</a:t>
            </a:r>
            <a:r>
              <a:rPr lang="ko-KR" altLang="en-US" sz="1400" dirty="0"/>
              <a:t>-Host "</a:t>
            </a:r>
            <a:r>
              <a:rPr lang="ko-KR" altLang="en-US" sz="1400" dirty="0" err="1"/>
              <a:t>Done</a:t>
            </a:r>
            <a:r>
              <a:rPr lang="ko-KR" altLang="en-US" sz="14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41828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92B67-AD20-92AF-D830-20CFCEF7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975FD-891B-883E-0DBC-9357F0C1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Troubleshooting</a:t>
            </a:r>
            <a:br>
              <a:rPr lang="en-US" altLang="ko-KR" dirty="0"/>
            </a:br>
            <a:r>
              <a:rPr lang="en-US" altLang="ko-KR" dirty="0"/>
              <a:t>cl.exe </a:t>
            </a:r>
            <a:r>
              <a:rPr lang="ko-KR" altLang="en-US" dirty="0"/>
              <a:t>is not listed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D7361-2D17-A734-B0F2-99D8D14E9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Edit tasks.json as shown below.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Search Google for "vscode default build tasks configure c/c++ cl.exe".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1C190-EF61-8F5A-F725-3BEAB1A9D5EE}"/>
              </a:ext>
            </a:extLst>
          </p:cNvPr>
          <p:cNvSpPr txBox="1"/>
          <p:nvPr/>
        </p:nvSpPr>
        <p:spPr>
          <a:xfrm>
            <a:off x="4439727" y="2225329"/>
            <a:ext cx="331254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 {</a:t>
            </a:r>
          </a:p>
          <a:p>
            <a:r>
              <a:rPr lang="en-US" altLang="ko-KR" sz="700" dirty="0"/>
              <a:t>        "version”: “2.0.0”,</a:t>
            </a:r>
          </a:p>
          <a:p>
            <a:r>
              <a:rPr lang="en-US" altLang="ko-KR" sz="700" dirty="0"/>
              <a:t>        “tasks”: [</a:t>
            </a:r>
          </a:p>
          <a:p>
            <a:r>
              <a:rPr lang="en-US" altLang="ko-KR" sz="700" dirty="0"/>
              <a:t>            {</a:t>
            </a:r>
          </a:p>
          <a:p>
            <a:r>
              <a:rPr lang="en-US" altLang="ko-KR" sz="700" dirty="0"/>
              <a:t>                “label”: “cl.exe build active file",</a:t>
            </a:r>
          </a:p>
          <a:p>
            <a:r>
              <a:rPr lang="en-US" altLang="ko-KR" sz="700" dirty="0"/>
              <a:t>                "type": "shell",</a:t>
            </a:r>
          </a:p>
          <a:p>
            <a:r>
              <a:rPr lang="en-US" altLang="ko-KR" sz="700" dirty="0"/>
              <a:t>                "command": "cl.exe",</a:t>
            </a:r>
          </a:p>
          <a:p>
            <a:r>
              <a:rPr lang="en-US" altLang="ko-KR" sz="700" dirty="0"/>
              <a:t>                "</a:t>
            </a:r>
            <a:r>
              <a:rPr lang="en-US" altLang="ko-KR" sz="700" dirty="0" err="1"/>
              <a:t>args</a:t>
            </a:r>
            <a:r>
              <a:rPr lang="en-US" altLang="ko-KR" sz="700" dirty="0"/>
              <a:t>": [</a:t>
            </a:r>
          </a:p>
          <a:p>
            <a:r>
              <a:rPr lang="en-US" altLang="ko-KR" sz="700" dirty="0"/>
              <a:t>                    "/Zi", // Enable debugging information</a:t>
            </a:r>
          </a:p>
          <a:p>
            <a:r>
              <a:rPr lang="en-US" altLang="ko-KR" sz="700" dirty="0"/>
              <a:t>                    "/</a:t>
            </a:r>
            <a:r>
              <a:rPr lang="en-US" altLang="ko-KR" sz="700" dirty="0" err="1"/>
              <a:t>EHsc</a:t>
            </a:r>
            <a:r>
              <a:rPr lang="en-US" altLang="ko-KR" sz="700" dirty="0"/>
              <a:t>", // Enable C++ exception handling</a:t>
            </a:r>
          </a:p>
          <a:p>
            <a:r>
              <a:rPr lang="en-US" altLang="ko-KR" sz="700" dirty="0"/>
              <a:t>                    "/Fe:", // Specify output executable name</a:t>
            </a:r>
          </a:p>
          <a:p>
            <a:r>
              <a:rPr lang="en-US" altLang="ko-KR" sz="700" dirty="0"/>
              <a:t>                    "${</a:t>
            </a:r>
            <a:r>
              <a:rPr lang="en-US" altLang="ko-KR" sz="700" dirty="0" err="1"/>
              <a:t>fileDirname</a:t>
            </a:r>
            <a:r>
              <a:rPr lang="en-US" altLang="ko-KR" sz="700" dirty="0"/>
              <a:t>}\\${</a:t>
            </a:r>
            <a:r>
              <a:rPr lang="en-US" altLang="ko-KR" sz="700" dirty="0" err="1"/>
              <a:t>fileBasenameNoExtension</a:t>
            </a:r>
            <a:r>
              <a:rPr lang="en-US" altLang="ko-KR" sz="700" dirty="0"/>
              <a:t>}.exe",</a:t>
            </a:r>
          </a:p>
          <a:p>
            <a:r>
              <a:rPr lang="en-US" altLang="ko-KR" sz="700" dirty="0"/>
              <a:t>                    "${file}" // The active file</a:t>
            </a:r>
          </a:p>
          <a:p>
            <a:r>
              <a:rPr lang="en-US" altLang="ko-KR" sz="700" dirty="0"/>
              <a:t>                ],</a:t>
            </a:r>
          </a:p>
          <a:p>
            <a:r>
              <a:rPr lang="en-US" altLang="ko-KR" sz="700" dirty="0"/>
              <a:t>                "group": {</a:t>
            </a:r>
          </a:p>
          <a:p>
            <a:r>
              <a:rPr lang="en-US" altLang="ko-KR" sz="700" dirty="0"/>
              <a:t>                    "kind": "build",</a:t>
            </a:r>
          </a:p>
          <a:p>
            <a:r>
              <a:rPr lang="en-US" altLang="ko-KR" sz="700" dirty="0"/>
              <a:t>                    "</a:t>
            </a:r>
            <a:r>
              <a:rPr lang="en-US" altLang="ko-KR" sz="700" dirty="0" err="1"/>
              <a:t>isDefault</a:t>
            </a:r>
            <a:r>
              <a:rPr lang="en-US" altLang="ko-KR" sz="700" dirty="0"/>
              <a:t>": true // Set this task as the default build task</a:t>
            </a:r>
          </a:p>
          <a:p>
            <a:r>
              <a:rPr lang="en-US" altLang="ko-KR" sz="700" dirty="0"/>
              <a:t>                },</a:t>
            </a:r>
          </a:p>
          <a:p>
            <a:r>
              <a:rPr lang="en-US" altLang="ko-KR" sz="700" dirty="0"/>
              <a:t>                "presentation": {</a:t>
            </a:r>
          </a:p>
          <a:p>
            <a:r>
              <a:rPr lang="en-US" altLang="ko-KR" sz="700" dirty="0"/>
              <a:t>                    "reveal": "always"</a:t>
            </a:r>
          </a:p>
          <a:p>
            <a:r>
              <a:rPr lang="en-US" altLang="ko-KR" sz="700" dirty="0"/>
              <a:t>                },</a:t>
            </a:r>
          </a:p>
          <a:p>
            <a:r>
              <a:rPr lang="en-US" altLang="ko-KR" sz="700" dirty="0"/>
              <a:t>                "</a:t>
            </a:r>
            <a:r>
              <a:rPr lang="en-US" altLang="ko-KR" sz="700" dirty="0" err="1"/>
              <a:t>problemMatcher</a:t>
            </a:r>
            <a:r>
              <a:rPr lang="en-US" altLang="ko-KR" sz="700" dirty="0"/>
              <a:t>": "$</a:t>
            </a:r>
            <a:r>
              <a:rPr lang="en-US" altLang="ko-KR" sz="700" dirty="0" err="1"/>
              <a:t>msvc</a:t>
            </a:r>
            <a:r>
              <a:rPr lang="en-US" altLang="ko-KR" sz="700" dirty="0"/>
              <a:t>" // Use the MSVC problem matcher for error highlighting</a:t>
            </a:r>
          </a:p>
          <a:p>
            <a:r>
              <a:rPr lang="en-US" altLang="ko-KR" sz="700" dirty="0"/>
              <a:t>            }</a:t>
            </a:r>
          </a:p>
          <a:p>
            <a:r>
              <a:rPr lang="en-US" altLang="ko-KR" sz="700" dirty="0"/>
              <a:t>        ]</a:t>
            </a:r>
          </a:p>
          <a:p>
            <a:r>
              <a:rPr lang="en-US" altLang="ko-KR" sz="700" dirty="0"/>
              <a:t>    }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4260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F28DC-24A8-DDFE-D665-D4CA71AF3C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MacOS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627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7B2FC-3F2C-5D6A-5DE9-46561FEF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MacOS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78E3-C632-4D41-0C8C-646ADFE49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532436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Xcode</a:t>
            </a:r>
          </a:p>
          <a:p>
            <a:pPr lvl="1"/>
            <a:r>
              <a:rPr lang="en-US" altLang="ko-KR" sz="1600" dirty="0" err="1"/>
              <a:t>Install Xcode for a graphical environment similar to Visual Studio.</a:t>
            </a:r>
          </a:p>
          <a:p>
            <a:pPr lvl="1"/>
            <a:r>
              <a:rPr lang="en-US" altLang="ko-KR" sz="1600" dirty="0"/>
              <a:t>Download it from the Mac App Store.</a:t>
            </a:r>
          </a:p>
          <a:p>
            <a:r>
              <a:rPr lang="en-US" altLang="ko-KR" sz="1800" dirty="0"/>
              <a:t>g++</a:t>
            </a:r>
          </a:p>
          <a:p>
            <a:pPr lvl="1"/>
            <a:r>
              <a:rPr lang="ko-KR" altLang="en-US" sz="1600" dirty="0"/>
              <a:t>You can compile in a terminal using g++.</a:t>
            </a:r>
          </a:p>
          <a:p>
            <a:pPr lvl="1"/>
            <a:r>
              <a:rPr lang="en-US" altLang="ko-KR" sz="1600" dirty="0"/>
              <a:t>When you first use g++ </a:t>
            </a:r>
            <a:r>
              <a:rPr lang="ko-KR" altLang="en-US" sz="1600" dirty="0"/>
              <a:t>after installing </a:t>
            </a:r>
            <a:r>
              <a:rPr lang="en-US" altLang="ko-KR" sz="1600" dirty="0"/>
              <a:t>Xcode</a:t>
            </a:r>
            <a:r>
              <a:rPr lang="ko-KR" altLang="en-US" sz="1600" dirty="0"/>
              <a:t>, you may need to install </a:t>
            </a:r>
            <a:r>
              <a:rPr lang="en-US" altLang="ko-KR" sz="1600" dirty="0"/>
              <a:t>Command Line Tools. </a:t>
            </a:r>
            <a:r>
              <a:rPr lang="ko-KR" altLang="en-US" sz="1600" dirty="0"/>
              <a:t>Reference: </a:t>
            </a:r>
            <a:r>
              <a:rPr lang="en-US" altLang="ko-KR" sz="1600" dirty="0">
                <a:hlinkClick r:id="rId2"/>
              </a:rPr>
              <a:t>http://thdev.net/132</a:t>
            </a:r>
            <a:r>
              <a:rPr lang="en-US" altLang="ko-KR" sz="1600" dirty="0"/>
              <a:t> Choose any text editor</a:t>
            </a:r>
            <a:r>
              <a:rPr lang="ko-KR" altLang="en-US" sz="1600" dirty="0"/>
              <a:t> you prefer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To use </a:t>
            </a:r>
            <a:r>
              <a:rPr lang="ko-KR" altLang="en-US" sz="1600" dirty="0"/>
              <a:t>a </a:t>
            </a:r>
            <a:r>
              <a:rPr lang="en-US" altLang="ko-KR" sz="1600" dirty="0"/>
              <a:t>GNU </a:t>
            </a:r>
            <a:r>
              <a:rPr lang="ko-KR" altLang="en-US" sz="1600" dirty="0"/>
              <a:t>compiler instead of Apple's </a:t>
            </a:r>
            <a:r>
              <a:rPr lang="en-US" altLang="ko-KR" sz="1600" dirty="0"/>
              <a:t>LLVM </a:t>
            </a:r>
            <a:r>
              <a:rPr lang="ko-KR" altLang="en-US" sz="1600" dirty="0"/>
              <a:t>compiler, download and install it. Reference: </a:t>
            </a:r>
            <a:r>
              <a:rPr lang="en-US" altLang="ko-KR" sz="1600" dirty="0">
                <a:hlinkClick r:id="rId3"/>
              </a:rPr>
              <a:t>http://jijinlee.blogspot.kr/2017/08/mac-gnu.html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>
                <a:solidFill>
                  <a:srgbClr val="FF0000"/>
                </a:solidFill>
              </a:rPr>
              <a:t>Search online for any additional installation steps.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lvl="1"/>
            <a:endParaRPr lang="en-US" altLang="ko-KR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7308CD-DD38-7A91-71C1-3925F65EB3B2}"/>
              </a:ext>
            </a:extLst>
          </p:cNvPr>
          <p:cNvSpPr>
            <a:spLocks noGrp="1"/>
          </p:cNvSpPr>
          <p:nvPr/>
        </p:nvSpPr>
        <p:spPr>
          <a:xfrm>
            <a:off x="838200" y="5381625"/>
            <a:ext cx="105156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We grade assignments in Visual Studio 2022 on Windows.</a:t>
            </a:r>
          </a:p>
          <a:p>
            <a:pPr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On macOS, also test in the Windows grading environment before submitting.</a:t>
            </a:r>
            <a:endParaRPr sz="2025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59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1536</Words>
  <Application>Microsoft Office PowerPoint</Application>
  <PresentationFormat>와이드스크린</PresentationFormat>
  <Paragraphs>186</Paragraphs>
  <Slides>42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6" baseType="lpstr">
      <vt:lpstr>Arial</vt:lpstr>
      <vt:lpstr>맑은 고딕</vt:lpstr>
      <vt:lpstr>맑은 고딕</vt:lpstr>
      <vt:lpstr>Office 테마</vt:lpstr>
      <vt:lpstr> C Development Environment Guide</vt:lpstr>
      <vt:lpstr>Contents</vt:lpstr>
      <vt:lpstr>Visual Studio 2022 Setup</vt:lpstr>
      <vt:lpstr>Visual Studio 2022 Installation</vt:lpstr>
      <vt:lpstr>Visual Studio 2022 Installation</vt:lpstr>
      <vt:lpstr>Visual Studio 2022 Installation</vt:lpstr>
      <vt:lpstr>Visual Studio 2022 Installation</vt:lpstr>
      <vt:lpstr>Visual Studio 2022 Installation</vt:lpstr>
      <vt:lpstr>Visual Studio 2022 Installation</vt:lpstr>
      <vt:lpstr>Visual Studio 2022 Project Creation</vt:lpstr>
      <vt:lpstr>Visual Studio 2022 Project Creation</vt:lpstr>
      <vt:lpstr>Visual Studio 2022 Project Creation</vt:lpstr>
      <vt:lpstr>Visual Studio 2022 Project Creation</vt:lpstr>
      <vt:lpstr>Visual Studio 2022 Project Creation</vt:lpstr>
      <vt:lpstr>Visual Studio 2022: Code and Run</vt:lpstr>
      <vt:lpstr>Visual Studio 2022: Code and Run</vt:lpstr>
      <vt:lpstr>Visual Studio 2022: Code and Run</vt:lpstr>
      <vt:lpstr>Visual Studio 2022: Code and Run</vt:lpstr>
      <vt:lpstr>Visual Studio 2022: Code and Run</vt:lpstr>
      <vt:lpstr>Visual Studio 2022 Debugging</vt:lpstr>
      <vt:lpstr>Visual Studio 2022 Debugging</vt:lpstr>
      <vt:lpstr>Visual Studio 2022 Debugging</vt:lpstr>
      <vt:lpstr>Visual Studio 2022 Debugging</vt:lpstr>
      <vt:lpstr>Visual Studio 2022 Debugging</vt:lpstr>
      <vt:lpstr>Visual Studio 2022 Debugging</vt:lpstr>
      <vt:lpstr>Visual Studio 2022 Debugging</vt:lpstr>
      <vt:lpstr>Visual Studio 2022 Tips</vt:lpstr>
      <vt:lpstr>VSCode Setup</vt:lpstr>
      <vt:lpstr>Visual Studio Code Installation</vt:lpstr>
      <vt:lpstr>Visual Studio Code Installation</vt:lpstr>
      <vt:lpstr>Visual Studio Code Installation</vt:lpstr>
      <vt:lpstr>Visual Studio Code Installation</vt:lpstr>
      <vt:lpstr>Visual Studio Code Installation</vt:lpstr>
      <vt:lpstr>Visual Studio Code Installation</vt:lpstr>
      <vt:lpstr>Visual Studio Code Installation</vt:lpstr>
      <vt:lpstr>Visual Studio Code Installation</vt:lpstr>
      <vt:lpstr>Visual Studio Code Installation</vt:lpstr>
      <vt:lpstr>Visual Studio Code Installation</vt:lpstr>
      <vt:lpstr>Troubleshooting winget is unavailable</vt:lpstr>
      <vt:lpstr>Troubleshooting cl.exe is not listed</vt:lpstr>
      <vt:lpstr>MacOS</vt:lpstr>
      <vt:lpstr>MacOS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심규진(컴퓨터공학과)</dc:creator>
  <cp:lastModifiedBy>임수민(인공지능대학원)</cp:lastModifiedBy>
  <cp:revision>43</cp:revision>
  <dcterms:created xsi:type="dcterms:W3CDTF">2025-02-22T06:41:04Z</dcterms:created>
  <dcterms:modified xsi:type="dcterms:W3CDTF">2026-09-14T16:16:10Z</dcterms:modified>
</cp:coreProperties>
</file>